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3"/>
    <p:sldMasterId id="2147483679" r:id="rId4"/>
  </p:sldMasterIdLst>
  <p:notesMasterIdLst>
    <p:notesMasterId r:id="rId6"/>
  </p:notesMasterIdLst>
  <p:handoutMasterIdLst>
    <p:handoutMasterId r:id="rId7"/>
  </p:handoutMasterIdLst>
  <p:sldIdLst>
    <p:sldId id="639" r:id="rId5"/>
  </p:sldIdLst>
  <p:sldSz cx="12192000" cy="6858000"/>
  <p:notesSz cx="9942195" cy="676084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7"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陈家琪" initials="陈家琪" lastIdx="1" clrIdx="0"/>
  <p:cmAuthor id="8" name="未知用户15" initials="未知用户15" lastIdx="1" clrIdx="1"/>
  <p:cmAuthor id="2" name="jiangteng" initials="j" lastIdx="1" clrIdx="0"/>
  <p:cmAuthor id="9" name="zimowang" initials="z" lastIdx="4" clrIdx="8"/>
  <p:cmAuthor id="3" name="office2007" initials="o" lastIdx="4" clrIdx="0"/>
  <p:cmAuthor id="10" name="胡梦娜" initials="胡梦娜" lastIdx="1" clrIdx="9"/>
  <p:cmAuthor id="4" name="linli" initials="l" lastIdx="1" clrIdx="1"/>
  <p:cmAuthor id="5" name="丁丽" initials="丁" lastIdx="1" clrIdx="0"/>
  <p:cmAuthor id="6" name="未知用户16" initials="未知用户16"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2DEEF"/>
    <a:srgbClr val="5B9BD5"/>
    <a:srgbClr val="EAEFF7"/>
    <a:srgbClr val="D1DEEF"/>
    <a:srgbClr val="0086D2"/>
    <a:srgbClr val="008080"/>
    <a:srgbClr val="F98007"/>
    <a:srgbClr val="FFC000"/>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63" autoAdjust="0"/>
    <p:restoredTop sz="91725" autoAdjust="0"/>
  </p:normalViewPr>
  <p:slideViewPr>
    <p:cSldViewPr snapToGrid="0">
      <p:cViewPr varScale="1">
        <p:scale>
          <a:sx n="86" d="100"/>
          <a:sy n="86" d="100"/>
        </p:scale>
        <p:origin x="514" y="62"/>
      </p:cViewPr>
      <p:guideLst>
        <p:guide orient="horz" pos="2167"/>
        <p:guide pos="3840"/>
      </p:guideLst>
    </p:cSldViewPr>
  </p:slideViewPr>
  <p:outlineViewPr>
    <p:cViewPr>
      <p:scale>
        <a:sx n="33" d="100"/>
        <a:sy n="33" d="100"/>
      </p:scale>
      <p:origin x="0" y="308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commentAuthors" Target="commentAuthors.xml"/><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8422" cy="3392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31790" y="1"/>
            <a:ext cx="4308422" cy="339232"/>
          </a:xfrm>
          <a:prstGeom prst="rect">
            <a:avLst/>
          </a:prstGeom>
        </p:spPr>
        <p:txBody>
          <a:bodyPr vert="horz" lIns="91440" tIns="45720" rIns="91440" bIns="45720" rtlCol="0"/>
          <a:lstStyle>
            <a:lvl1pPr algn="r">
              <a:defRPr sz="1200"/>
            </a:lvl1pPr>
          </a:lstStyle>
          <a:p>
            <a:fld id="{873AEB2D-0014-4CAE-A789-B807F21399B4}" type="datetimeFigureOut">
              <a:rPr lang="zh-CN" altLang="en-US" smtClean="0"/>
            </a:fld>
            <a:endParaRPr lang="zh-CN" altLang="en-US"/>
          </a:p>
        </p:txBody>
      </p:sp>
      <p:sp>
        <p:nvSpPr>
          <p:cNvPr id="4" name="页脚占位符 3"/>
          <p:cNvSpPr>
            <a:spLocks noGrp="1"/>
          </p:cNvSpPr>
          <p:nvPr>
            <p:ph type="ftr" sz="quarter" idx="2"/>
          </p:nvPr>
        </p:nvSpPr>
        <p:spPr>
          <a:xfrm>
            <a:off x="1" y="6421933"/>
            <a:ext cx="4308422" cy="33923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31790" y="6421933"/>
            <a:ext cx="4308422" cy="339231"/>
          </a:xfrm>
          <a:prstGeom prst="rect">
            <a:avLst/>
          </a:prstGeom>
        </p:spPr>
        <p:txBody>
          <a:bodyPr vert="horz" lIns="91440" tIns="45720" rIns="91440" bIns="45720" rtlCol="0" anchor="b"/>
          <a:lstStyle>
            <a:lvl1pPr algn="r">
              <a:defRPr sz="1200"/>
            </a:lvl1pPr>
          </a:lstStyle>
          <a:p>
            <a:fld id="{268D0C55-4910-47DD-B986-914A0C06A26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8422" cy="3392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31790" y="1"/>
            <a:ext cx="4308422" cy="339232"/>
          </a:xfrm>
          <a:prstGeom prst="rect">
            <a:avLst/>
          </a:prstGeom>
        </p:spPr>
        <p:txBody>
          <a:bodyPr vert="horz" lIns="91440" tIns="45720" rIns="91440" bIns="45720" rtlCol="0"/>
          <a:lstStyle>
            <a:lvl1pPr algn="r">
              <a:defRPr sz="1200"/>
            </a:lvl1pPr>
          </a:lstStyle>
          <a:p>
            <a:fld id="{A2C7B2AC-6E47-4658-86F4-980762B4EC2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941638" y="844550"/>
            <a:ext cx="4059237" cy="22828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4252" y="3253809"/>
            <a:ext cx="7954010" cy="2662208"/>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1" y="6421933"/>
            <a:ext cx="4308422" cy="33923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31790" y="6421933"/>
            <a:ext cx="4308422" cy="339231"/>
          </a:xfrm>
          <a:prstGeom prst="rect">
            <a:avLst/>
          </a:prstGeom>
        </p:spPr>
        <p:txBody>
          <a:bodyPr vert="horz" lIns="91440" tIns="45720" rIns="91440" bIns="45720" rtlCol="0" anchor="b"/>
          <a:lstStyle>
            <a:lvl1pPr algn="r">
              <a:defRPr sz="1200"/>
            </a:lvl1pPr>
          </a:lstStyle>
          <a:p>
            <a:fld id="{D524033C-934B-4A0E-9D43-C5B87CA9BDD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24033C-934B-4A0E-9D43-C5B87CA9BDD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10.jpeg"/><Relationship Id="rId7" Type="http://schemas.openxmlformats.org/officeDocument/2006/relationships/image" Target="../media/image9.jpeg"/><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0.jpeg"/><Relationship Id="rId7" Type="http://schemas.openxmlformats.org/officeDocument/2006/relationships/image" Target="../media/image9.jpeg"/><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空白">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p:cNvGrpSpPr/>
          <p:nvPr userDrawn="1"/>
        </p:nvGrpSpPr>
        <p:grpSpPr>
          <a:xfrm>
            <a:off x="101658" y="84873"/>
            <a:ext cx="11988682" cy="633077"/>
            <a:chOff x="90050" y="6756597"/>
            <a:chExt cx="10619662" cy="664584"/>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rcRect l="834" t="89772" r="26624" b="997"/>
            <a:stretch>
              <a:fillRect/>
            </a:stretch>
          </p:blipFill>
          <p:spPr>
            <a:xfrm>
              <a:off x="90050" y="6756598"/>
              <a:ext cx="7834421" cy="664583"/>
            </a:xfrm>
            <a:custGeom>
              <a:avLst/>
              <a:gdLst>
                <a:gd name="connsiteX0" fmla="*/ 0 w 7834421"/>
                <a:gd name="connsiteY0" fmla="*/ 0 h 664583"/>
                <a:gd name="connsiteX1" fmla="*/ 7834421 w 7834421"/>
                <a:gd name="connsiteY1" fmla="*/ 0 h 664583"/>
                <a:gd name="connsiteX2" fmla="*/ 7316312 w 7834421"/>
                <a:gd name="connsiteY2" fmla="*/ 664583 h 664583"/>
                <a:gd name="connsiteX3" fmla="*/ 0 w 7834421"/>
                <a:gd name="connsiteY3" fmla="*/ 664583 h 664583"/>
              </a:gdLst>
              <a:ahLst/>
              <a:cxnLst>
                <a:cxn ang="0">
                  <a:pos x="connsiteX0" y="connsiteY0"/>
                </a:cxn>
                <a:cxn ang="0">
                  <a:pos x="connsiteX1" y="connsiteY1"/>
                </a:cxn>
                <a:cxn ang="0">
                  <a:pos x="connsiteX2" y="connsiteY2"/>
                </a:cxn>
                <a:cxn ang="0">
                  <a:pos x="connsiteX3" y="connsiteY3"/>
                </a:cxn>
              </a:cxnLst>
              <a:rect l="l" t="t" r="r" b="b"/>
              <a:pathLst>
                <a:path w="7834421" h="664583">
                  <a:moveTo>
                    <a:pt x="0" y="0"/>
                  </a:moveTo>
                  <a:lnTo>
                    <a:pt x="7834421" y="0"/>
                  </a:lnTo>
                  <a:lnTo>
                    <a:pt x="7316312" y="664583"/>
                  </a:lnTo>
                  <a:lnTo>
                    <a:pt x="0" y="664583"/>
                  </a:lnTo>
                  <a:close/>
                </a:path>
              </a:pathLst>
            </a:custGeom>
          </p:spPr>
        </p:pic>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rcRect l="70375" t="89772" r="834" b="997"/>
            <a:stretch>
              <a:fillRect/>
            </a:stretch>
          </p:blipFill>
          <p:spPr>
            <a:xfrm>
              <a:off x="7600300" y="6756597"/>
              <a:ext cx="3109412" cy="664584"/>
            </a:xfrm>
            <a:custGeom>
              <a:avLst/>
              <a:gdLst>
                <a:gd name="connsiteX0" fmla="*/ 494216 w 3109412"/>
                <a:gd name="connsiteY0" fmla="*/ 0 h 664584"/>
                <a:gd name="connsiteX1" fmla="*/ 3109412 w 3109412"/>
                <a:gd name="connsiteY1" fmla="*/ 0 h 664584"/>
                <a:gd name="connsiteX2" fmla="*/ 3109412 w 3109412"/>
                <a:gd name="connsiteY2" fmla="*/ 664584 h 664584"/>
                <a:gd name="connsiteX3" fmla="*/ 0 w 3109412"/>
                <a:gd name="connsiteY3" fmla="*/ 664584 h 664584"/>
              </a:gdLst>
              <a:ahLst/>
              <a:cxnLst>
                <a:cxn ang="0">
                  <a:pos x="connsiteX0" y="connsiteY0"/>
                </a:cxn>
                <a:cxn ang="0">
                  <a:pos x="connsiteX1" y="connsiteY1"/>
                </a:cxn>
                <a:cxn ang="0">
                  <a:pos x="connsiteX2" y="connsiteY2"/>
                </a:cxn>
                <a:cxn ang="0">
                  <a:pos x="connsiteX3" y="connsiteY3"/>
                </a:cxn>
              </a:cxnLst>
              <a:rect l="l" t="t" r="r" b="b"/>
              <a:pathLst>
                <a:path w="3109412" h="664584">
                  <a:moveTo>
                    <a:pt x="494216" y="0"/>
                  </a:moveTo>
                  <a:lnTo>
                    <a:pt x="3109412" y="0"/>
                  </a:lnTo>
                  <a:lnTo>
                    <a:pt x="3109412" y="664584"/>
                  </a:lnTo>
                  <a:lnTo>
                    <a:pt x="0" y="664584"/>
                  </a:lnTo>
                  <a:close/>
                </a:path>
              </a:pathLst>
            </a:custGeom>
          </p:spPr>
        </p:pic>
      </p:gr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076625" y="297482"/>
            <a:ext cx="2902904" cy="20785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7" name="矩形 12"/>
          <p:cNvSpPr/>
          <p:nvPr userDrawn="1"/>
        </p:nvSpPr>
        <p:spPr>
          <a:xfrm flipV="1">
            <a:off x="8528136" y="131137"/>
            <a:ext cx="3436852" cy="664584"/>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3669306" h="674346">
                <a:moveTo>
                  <a:pt x="0" y="0"/>
                </a:moveTo>
                <a:lnTo>
                  <a:pt x="3669306" y="0"/>
                </a:lnTo>
                <a:lnTo>
                  <a:pt x="3669306" y="674346"/>
                </a:lnTo>
                <a:lnTo>
                  <a:pt x="583206"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1"/>
          <p:cNvSpPr/>
          <p:nvPr userDrawn="1"/>
        </p:nvSpPr>
        <p:spPr>
          <a:xfrm flipV="1">
            <a:off x="227012" y="131139"/>
            <a:ext cx="8509785" cy="664583"/>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456456" y="0"/>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userDrawn="1"/>
        </p:nvCxnSpPr>
        <p:spPr>
          <a:xfrm>
            <a:off x="227013" y="6381750"/>
            <a:ext cx="11737975"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11" name="文本框 5"/>
          <p:cNvSpPr txBox="1"/>
          <p:nvPr userDrawn="1"/>
        </p:nvSpPr>
        <p:spPr>
          <a:xfrm>
            <a:off x="8863797" y="6381750"/>
            <a:ext cx="2997200" cy="358775"/>
          </a:xfrm>
          <a:prstGeom prst="rect">
            <a:avLst/>
          </a:prstGeom>
          <a:noFill/>
          <a:ln w="9525">
            <a:noFill/>
          </a:ln>
        </p:spPr>
        <p:txBody>
          <a:bodyPr wrap="none" anchor="t">
            <a:spAutoFit/>
          </a:bodyPr>
          <a:lstStyle/>
          <a:p>
            <a:pPr lvl="0" indent="0" fontAlgn="base"/>
            <a:r>
              <a:rPr lang="zh-CN" altLang="en-US" sz="1750" strike="noStrike" noProof="1">
                <a:solidFill>
                  <a:srgbClr val="007CC2"/>
                </a:solidFill>
                <a:latin typeface="Arial" panose="020B0604020202020204" pitchFamily="34" charset="0"/>
                <a:ea typeface="宋体" panose="02010600030101010101" pitchFamily="2" charset="-122"/>
                <a:cs typeface="+mn-ea"/>
              </a:rPr>
              <a:t>WWW.SUPCONTECH.COM</a:t>
            </a:r>
            <a:endParaRPr lang="zh-CN" altLang="en-US" sz="1750" strike="noStrike" noProof="1">
              <a:solidFill>
                <a:srgbClr val="007CC2"/>
              </a:solidFill>
              <a:latin typeface="Arial" panose="020B0604020202020204" pitchFamily="34" charset="0"/>
              <a:ea typeface="宋体" panose="02010600030101010101" pitchFamily="2" charset="-122"/>
            </a:endParaRP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43722" y="354327"/>
            <a:ext cx="2571414" cy="218201"/>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7" name="矩形 12"/>
          <p:cNvSpPr/>
          <p:nvPr userDrawn="1"/>
        </p:nvSpPr>
        <p:spPr>
          <a:xfrm flipV="1">
            <a:off x="8528136" y="131137"/>
            <a:ext cx="3436852" cy="664584"/>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3669306" h="674346">
                <a:moveTo>
                  <a:pt x="0" y="0"/>
                </a:moveTo>
                <a:lnTo>
                  <a:pt x="3669306" y="0"/>
                </a:lnTo>
                <a:lnTo>
                  <a:pt x="3669306" y="674346"/>
                </a:lnTo>
                <a:lnTo>
                  <a:pt x="583206"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1"/>
          <p:cNvSpPr/>
          <p:nvPr userDrawn="1"/>
        </p:nvSpPr>
        <p:spPr>
          <a:xfrm flipV="1">
            <a:off x="227012" y="131139"/>
            <a:ext cx="8509785" cy="664583"/>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456456" y="0"/>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userDrawn="1"/>
        </p:nvCxnSpPr>
        <p:spPr>
          <a:xfrm>
            <a:off x="227013" y="6381750"/>
            <a:ext cx="11737975"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11" name="文本框 5"/>
          <p:cNvSpPr txBox="1"/>
          <p:nvPr userDrawn="1"/>
        </p:nvSpPr>
        <p:spPr>
          <a:xfrm>
            <a:off x="8863797" y="6381750"/>
            <a:ext cx="2997200" cy="358775"/>
          </a:xfrm>
          <a:prstGeom prst="rect">
            <a:avLst/>
          </a:prstGeom>
          <a:noFill/>
          <a:ln w="9525">
            <a:noFill/>
          </a:ln>
        </p:spPr>
        <p:txBody>
          <a:bodyPr wrap="none" anchor="t">
            <a:spAutoFit/>
          </a:bodyPr>
          <a:lstStyle/>
          <a:p>
            <a:pPr lvl="0" indent="0" fontAlgn="base"/>
            <a:r>
              <a:rPr lang="zh-CN" altLang="en-US" sz="1750" strike="noStrike" noProof="1">
                <a:solidFill>
                  <a:srgbClr val="007CC2"/>
                </a:solidFill>
                <a:latin typeface="Arial" panose="020B0604020202020204" pitchFamily="34" charset="0"/>
                <a:ea typeface="宋体" panose="02010600030101010101" pitchFamily="2" charset="-122"/>
                <a:cs typeface="+mn-ea"/>
              </a:rPr>
              <a:t>WWW.SUPCONTECH.COM</a:t>
            </a:r>
            <a:endParaRPr lang="zh-CN" altLang="en-US" sz="1750" strike="noStrike" noProof="1">
              <a:solidFill>
                <a:srgbClr val="007CC2"/>
              </a:solidFill>
              <a:latin typeface="Arial" panose="020B0604020202020204" pitchFamily="34" charset="0"/>
              <a:ea typeface="宋体" panose="02010600030101010101" pitchFamily="2" charset="-122"/>
            </a:endParaRP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43722" y="354327"/>
            <a:ext cx="2571414" cy="21820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7" name="矩形 12"/>
          <p:cNvSpPr/>
          <p:nvPr userDrawn="1"/>
        </p:nvSpPr>
        <p:spPr>
          <a:xfrm flipV="1">
            <a:off x="8528136" y="131137"/>
            <a:ext cx="3436852" cy="664584"/>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Lst>
            <a:ahLst/>
            <a:cxnLst>
              <a:cxn ang="0">
                <a:pos x="connsiteX0-11" y="connsiteY0-12"/>
              </a:cxn>
              <a:cxn ang="0">
                <a:pos x="connsiteX1-13" y="connsiteY1-14"/>
              </a:cxn>
              <a:cxn ang="0">
                <a:pos x="connsiteX2-15" y="connsiteY2-16"/>
              </a:cxn>
              <a:cxn ang="0">
                <a:pos x="connsiteX3-17" y="connsiteY3-18"/>
              </a:cxn>
              <a:cxn ang="0">
                <a:pos x="connsiteX4-19" y="connsiteY4-20"/>
              </a:cxn>
            </a:cxnLst>
            <a:rect l="l" t="t" r="r" b="b"/>
            <a:pathLst>
              <a:path w="3669306" h="674346">
                <a:moveTo>
                  <a:pt x="0" y="0"/>
                </a:moveTo>
                <a:lnTo>
                  <a:pt x="3669306" y="0"/>
                </a:lnTo>
                <a:lnTo>
                  <a:pt x="3669306" y="674346"/>
                </a:lnTo>
                <a:lnTo>
                  <a:pt x="583206"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1"/>
          <p:cNvSpPr/>
          <p:nvPr userDrawn="1"/>
        </p:nvSpPr>
        <p:spPr>
          <a:xfrm flipV="1">
            <a:off x="227012" y="131139"/>
            <a:ext cx="8509785" cy="664583"/>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456456" y="0"/>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userDrawn="1"/>
        </p:nvCxnSpPr>
        <p:spPr>
          <a:xfrm>
            <a:off x="227013" y="6381750"/>
            <a:ext cx="11737975"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11" name="文本框 5"/>
          <p:cNvSpPr txBox="1"/>
          <p:nvPr userDrawn="1"/>
        </p:nvSpPr>
        <p:spPr>
          <a:xfrm>
            <a:off x="8863797" y="6381750"/>
            <a:ext cx="2997200" cy="358775"/>
          </a:xfrm>
          <a:prstGeom prst="rect">
            <a:avLst/>
          </a:prstGeom>
          <a:noFill/>
          <a:ln w="9525">
            <a:noFill/>
          </a:ln>
        </p:spPr>
        <p:txBody>
          <a:bodyPr wrap="none" anchor="t">
            <a:spAutoFit/>
          </a:bodyPr>
          <a:lstStyle/>
          <a:p>
            <a:pPr lvl="0" indent="0" fontAlgn="base"/>
            <a:r>
              <a:rPr lang="zh-CN" altLang="en-US" sz="1750" strike="noStrike" noProof="1">
                <a:solidFill>
                  <a:srgbClr val="007CC2"/>
                </a:solidFill>
                <a:latin typeface="Arial" panose="020B0604020202020204" pitchFamily="34" charset="0"/>
                <a:ea typeface="宋体" panose="02010600030101010101" pitchFamily="2" charset="-122"/>
                <a:cs typeface="+mn-ea"/>
              </a:rPr>
              <a:t>WWW.SUPCONTECH.COM</a:t>
            </a:r>
            <a:endParaRPr lang="zh-CN" altLang="en-US" sz="1750" strike="noStrike" noProof="1">
              <a:solidFill>
                <a:srgbClr val="007CC2"/>
              </a:solidFill>
              <a:latin typeface="Arial" panose="020B0604020202020204" pitchFamily="34" charset="0"/>
              <a:ea typeface="宋体" panose="02010600030101010101" pitchFamily="2" charset="-122"/>
            </a:endParaRP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43722" y="354327"/>
            <a:ext cx="2571414" cy="218201"/>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矩形 1"/>
          <p:cNvSpPr/>
          <p:nvPr userDrawn="1"/>
        </p:nvSpPr>
        <p:spPr>
          <a:xfrm>
            <a:off x="275771" y="116114"/>
            <a:ext cx="116115" cy="566057"/>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449285" y="116114"/>
            <a:ext cx="116115" cy="56605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622799" y="116114"/>
            <a:ext cx="116115" cy="56605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userDrawn="1"/>
        </p:nvSpPr>
        <p:spPr>
          <a:xfrm>
            <a:off x="797210" y="116114"/>
            <a:ext cx="116115" cy="56605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4614838" y="116114"/>
            <a:ext cx="116115" cy="56605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4801175" y="116114"/>
            <a:ext cx="116115" cy="5660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4988406" y="116114"/>
            <a:ext cx="116115" cy="566057"/>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7"/>
          <p:cNvSpPr>
            <a:spLocks noGrp="1"/>
          </p:cNvSpPr>
          <p:nvPr>
            <p:ph type="body" sz="quarter" idx="10" hasCustomPrompt="1"/>
          </p:nvPr>
        </p:nvSpPr>
        <p:spPr>
          <a:xfrm>
            <a:off x="971622" y="134357"/>
            <a:ext cx="3572100" cy="529569"/>
          </a:xfrm>
          <a:prstGeom prst="rect">
            <a:avLst/>
          </a:prstGeom>
          <a:ln w="12700" cmpd="sng">
            <a:solidFill>
              <a:schemeClr val="tx1"/>
            </a:solidFill>
          </a:ln>
        </p:spPr>
        <p:txBody>
          <a:bodyPr vert="horz" anchor="ctr"/>
          <a:lstStyle>
            <a:lvl1pPr marL="0" indent="0" algn="l">
              <a:buNone/>
              <a:defRPr sz="1800" b="1"/>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15" name="文本占位符 14"/>
          <p:cNvSpPr>
            <a:spLocks noGrp="1"/>
          </p:cNvSpPr>
          <p:nvPr>
            <p:ph type="body" sz="quarter" idx="10" hasCustomPrompt="1"/>
          </p:nvPr>
        </p:nvSpPr>
        <p:spPr>
          <a:xfrm>
            <a:off x="1232857" y="293034"/>
            <a:ext cx="7234219" cy="612353"/>
          </a:xfrm>
          <a:prstGeom prst="rect">
            <a:avLst/>
          </a:prstGeom>
        </p:spPr>
        <p:txBody>
          <a:bodyPr vert="horz" anchor="ctr"/>
          <a:lstStyle>
            <a:lvl1pPr marL="0" indent="0">
              <a:buNone/>
              <a:defRPr sz="3200" b="1">
                <a:latin typeface="+mn-lt"/>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16" name="燕尾形 15"/>
          <p:cNvSpPr/>
          <p:nvPr userDrawn="1"/>
        </p:nvSpPr>
        <p:spPr>
          <a:xfrm>
            <a:off x="510217" y="293034"/>
            <a:ext cx="399833" cy="612353"/>
          </a:xfrm>
          <a:prstGeom prst="chevron">
            <a:avLst/>
          </a:prstGeom>
          <a:solidFill>
            <a:schemeClr val="tx2"/>
          </a:solidFill>
          <a:ln>
            <a:noFill/>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tx1"/>
              </a:solidFill>
            </a:endParaRPr>
          </a:p>
        </p:txBody>
      </p:sp>
      <p:sp>
        <p:nvSpPr>
          <p:cNvPr id="17" name="燕尾形 16"/>
          <p:cNvSpPr/>
          <p:nvPr userDrawn="1"/>
        </p:nvSpPr>
        <p:spPr>
          <a:xfrm>
            <a:off x="744454" y="293034"/>
            <a:ext cx="399833" cy="612353"/>
          </a:xfrm>
          <a:prstGeom prst="chevron">
            <a:avLst/>
          </a:prstGeom>
          <a:solidFill>
            <a:schemeClr val="tx2"/>
          </a:solidFill>
          <a:ln>
            <a:noFill/>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tx1"/>
              </a:solidFill>
            </a:endParaRPr>
          </a:p>
        </p:txBody>
      </p:sp>
      <p:sp>
        <p:nvSpPr>
          <p:cNvPr id="19" name="五边形 18"/>
          <p:cNvSpPr/>
          <p:nvPr userDrawn="1"/>
        </p:nvSpPr>
        <p:spPr>
          <a:xfrm>
            <a:off x="-18015" y="293034"/>
            <a:ext cx="646791" cy="612353"/>
          </a:xfrm>
          <a:prstGeom prst="homePlate">
            <a:avLst>
              <a:gd name="adj" fmla="val 30000"/>
            </a:avLst>
          </a:prstGeom>
          <a:solidFill>
            <a:schemeClr val="tx2"/>
          </a:solidFill>
          <a:ln>
            <a:noFill/>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24" name="燕尾形 23"/>
          <p:cNvSpPr/>
          <p:nvPr userDrawn="1"/>
        </p:nvSpPr>
        <p:spPr>
          <a:xfrm>
            <a:off x="9476441" y="6079018"/>
            <a:ext cx="399833" cy="482087"/>
          </a:xfrm>
          <a:prstGeom prst="chevron">
            <a:avLst/>
          </a:prstGeom>
          <a:solidFill>
            <a:schemeClr val="tx2"/>
          </a:solidFill>
          <a:ln>
            <a:noFill/>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tx1"/>
              </a:solidFill>
            </a:endParaRPr>
          </a:p>
        </p:txBody>
      </p:sp>
      <p:sp>
        <p:nvSpPr>
          <p:cNvPr id="25" name="燕尾形 24"/>
          <p:cNvSpPr/>
          <p:nvPr userDrawn="1"/>
        </p:nvSpPr>
        <p:spPr>
          <a:xfrm>
            <a:off x="9710679" y="6079018"/>
            <a:ext cx="399833" cy="482087"/>
          </a:xfrm>
          <a:prstGeom prst="chevron">
            <a:avLst/>
          </a:prstGeom>
          <a:solidFill>
            <a:schemeClr val="tx2"/>
          </a:solidFill>
          <a:ln>
            <a:noFill/>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tx1"/>
              </a:solidFill>
            </a:endParaRPr>
          </a:p>
        </p:txBody>
      </p:sp>
      <p:sp>
        <p:nvSpPr>
          <p:cNvPr id="26" name="五边形 25"/>
          <p:cNvSpPr/>
          <p:nvPr userDrawn="1"/>
        </p:nvSpPr>
        <p:spPr>
          <a:xfrm>
            <a:off x="1" y="6079018"/>
            <a:ext cx="9594998" cy="482087"/>
          </a:xfrm>
          <a:custGeom>
            <a:avLst/>
            <a:gdLst/>
            <a:ahLst/>
            <a:cxnLst/>
            <a:rect l="l" t="t" r="r" b="b"/>
            <a:pathLst>
              <a:path w="7196249" h="644457">
                <a:moveTo>
                  <a:pt x="0" y="0"/>
                </a:moveTo>
                <a:lnTo>
                  <a:pt x="6711156" y="0"/>
                </a:lnTo>
                <a:lnTo>
                  <a:pt x="6897138" y="0"/>
                </a:lnTo>
                <a:lnTo>
                  <a:pt x="7050721" y="0"/>
                </a:lnTo>
                <a:lnTo>
                  <a:pt x="7196249" y="322229"/>
                </a:lnTo>
                <a:lnTo>
                  <a:pt x="7050721" y="644457"/>
                </a:lnTo>
                <a:lnTo>
                  <a:pt x="6897138" y="644457"/>
                </a:lnTo>
                <a:lnTo>
                  <a:pt x="6711156" y="644457"/>
                </a:lnTo>
                <a:lnTo>
                  <a:pt x="0" y="644457"/>
                </a:lnTo>
                <a:close/>
              </a:path>
            </a:pathLst>
          </a:custGeom>
          <a:solidFill>
            <a:schemeClr val="tx2"/>
          </a:solidFill>
          <a:ln>
            <a:noFill/>
          </a:ln>
          <a:effectLst>
            <a:innerShdw blurRad="63500" dist="50800" dir="189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35" name="燕尾形 34"/>
          <p:cNvSpPr/>
          <p:nvPr userDrawn="1"/>
        </p:nvSpPr>
        <p:spPr>
          <a:xfrm flipH="1">
            <a:off x="11287472" y="6079631"/>
            <a:ext cx="399833" cy="482036"/>
          </a:xfrm>
          <a:prstGeom prst="chevron">
            <a:avLst/>
          </a:prstGeom>
          <a:solidFill>
            <a:schemeClr val="tx2"/>
          </a:solidFill>
          <a:ln>
            <a:noFill/>
          </a:ln>
          <a:effectLst>
            <a:innerShdw blurRad="63500" dist="50800" dir="135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tx1"/>
              </a:solidFill>
            </a:endParaRPr>
          </a:p>
        </p:txBody>
      </p:sp>
      <p:sp>
        <p:nvSpPr>
          <p:cNvPr id="36" name="燕尾形 35"/>
          <p:cNvSpPr/>
          <p:nvPr userDrawn="1"/>
        </p:nvSpPr>
        <p:spPr>
          <a:xfrm flipH="1">
            <a:off x="11053235" y="6079631"/>
            <a:ext cx="399833" cy="482036"/>
          </a:xfrm>
          <a:prstGeom prst="chevron">
            <a:avLst/>
          </a:prstGeom>
          <a:solidFill>
            <a:schemeClr val="tx2"/>
          </a:solidFill>
          <a:ln>
            <a:noFill/>
          </a:ln>
          <a:effectLst>
            <a:innerShdw blurRad="63500" dist="50800" dir="135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chemeClr val="tx1"/>
              </a:solidFill>
            </a:endParaRPr>
          </a:p>
        </p:txBody>
      </p:sp>
      <p:sp>
        <p:nvSpPr>
          <p:cNvPr id="37" name="五边形 36"/>
          <p:cNvSpPr/>
          <p:nvPr userDrawn="1"/>
        </p:nvSpPr>
        <p:spPr>
          <a:xfrm flipH="1">
            <a:off x="11568747" y="6079631"/>
            <a:ext cx="646791" cy="482036"/>
          </a:xfrm>
          <a:prstGeom prst="homePlate">
            <a:avLst>
              <a:gd name="adj" fmla="val 40539"/>
            </a:avLst>
          </a:prstGeom>
          <a:solidFill>
            <a:schemeClr val="tx2"/>
          </a:solidFill>
          <a:ln>
            <a:noFill/>
          </a:ln>
          <a:effectLst>
            <a:innerShdw blurRad="63500" dist="50800" dir="135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cxnSp>
        <p:nvCxnSpPr>
          <p:cNvPr id="7" name="直接连接符 24"/>
          <p:cNvCxnSpPr/>
          <p:nvPr userDrawn="1"/>
        </p:nvCxnSpPr>
        <p:spPr>
          <a:xfrm>
            <a:off x="0" y="228600"/>
            <a:ext cx="4838700" cy="0"/>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7"/>
          <p:cNvSpPr/>
          <p:nvPr userDrawn="1"/>
        </p:nvSpPr>
        <p:spPr>
          <a:xfrm>
            <a:off x="0" y="6629399"/>
            <a:ext cx="12192000" cy="267339"/>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7"/>
          <p:cNvSpPr>
            <a:spLocks noGrp="1"/>
          </p:cNvSpPr>
          <p:nvPr>
            <p:ph type="body" sz="quarter" idx="10" hasCustomPrompt="1"/>
          </p:nvPr>
        </p:nvSpPr>
        <p:spPr>
          <a:xfrm>
            <a:off x="374719" y="445802"/>
            <a:ext cx="4463981" cy="529569"/>
          </a:xfrm>
          <a:prstGeom prst="rect">
            <a:avLst/>
          </a:prstGeom>
          <a:ln w="12700" cmpd="sng">
            <a:noFill/>
          </a:ln>
        </p:spPr>
        <p:txBody>
          <a:bodyPr vert="horz" anchor="ctr"/>
          <a:lstStyle>
            <a:lvl1pPr marL="0" indent="0" algn="l">
              <a:buNone/>
              <a:defRPr sz="2000" b="1">
                <a:latin typeface="微软雅黑" panose="020B0503020204020204" charset="-122"/>
                <a:ea typeface="微软雅黑" panose="020B0503020204020204" charset="-122"/>
                <a:cs typeface="微软雅黑" panose="020B0503020204020204" charset="-122"/>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内容页_2">
    <p:bg>
      <p:bgPr>
        <a:pattFill prst="wd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 name="矩形 2"/>
          <p:cNvSpPr/>
          <p:nvPr userDrawn="1"/>
        </p:nvSpPr>
        <p:spPr>
          <a:xfrm>
            <a:off x="812800" y="0"/>
            <a:ext cx="1066800" cy="88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rot="5400000">
            <a:off x="5854700" y="520700"/>
            <a:ext cx="457200" cy="12217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5"/>
          <p:cNvSpPr>
            <a:spLocks noGrp="1"/>
          </p:cNvSpPr>
          <p:nvPr>
            <p:ph type="body" sz="quarter" idx="10" hasCustomPrompt="1"/>
          </p:nvPr>
        </p:nvSpPr>
        <p:spPr>
          <a:xfrm>
            <a:off x="812800" y="212727"/>
            <a:ext cx="1066800" cy="427037"/>
          </a:xfrm>
          <a:prstGeom prst="rect">
            <a:avLst/>
          </a:prstGeom>
          <a:noFill/>
        </p:spPr>
        <p:txBody>
          <a:bodyPr/>
          <a:lstStyle>
            <a:lvl1pPr marL="0" indent="0" algn="ctr">
              <a:buNone/>
              <a:defRPr sz="2800" b="1">
                <a:solidFill>
                  <a:schemeClr val="bg1"/>
                </a:solidFill>
              </a:defRPr>
            </a:lvl1pPr>
          </a:lstStyle>
          <a:p>
            <a:pPr lvl="0"/>
            <a:r>
              <a:rPr lang="en-US" altLang="zh-CN" dirty="0"/>
              <a:t>01</a:t>
            </a:r>
            <a:endParaRPr lang="zh-CN" altLang="en-US" dirty="0"/>
          </a:p>
        </p:txBody>
      </p:sp>
      <p:sp>
        <p:nvSpPr>
          <p:cNvPr id="6" name="文本占位符 5"/>
          <p:cNvSpPr>
            <a:spLocks noGrp="1"/>
          </p:cNvSpPr>
          <p:nvPr>
            <p:ph type="body" sz="quarter" idx="11"/>
          </p:nvPr>
        </p:nvSpPr>
        <p:spPr>
          <a:xfrm>
            <a:off x="1879599" y="212727"/>
            <a:ext cx="4741333" cy="427037"/>
          </a:xfrm>
          <a:prstGeom prst="rect">
            <a:avLst/>
          </a:prstGeom>
          <a:noFill/>
        </p:spPr>
        <p:txBody>
          <a:bodyPr/>
          <a:lstStyle>
            <a:lvl1pPr marL="0" indent="0" algn="l">
              <a:buNone/>
              <a:defRPr sz="2800" b="1">
                <a:solidFill>
                  <a:schemeClr val="tx1"/>
                </a:solidFill>
              </a:defRPr>
            </a:lvl1pPr>
          </a:lstStyle>
          <a:p>
            <a:pPr lvl="0"/>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cxnSp>
        <p:nvCxnSpPr>
          <p:cNvPr id="10" name="直接连接符 9"/>
          <p:cNvCxnSpPr/>
          <p:nvPr userDrawn="1"/>
        </p:nvCxnSpPr>
        <p:spPr>
          <a:xfrm>
            <a:off x="302684" y="6382867"/>
            <a:ext cx="11515712"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11" name="文本框 5"/>
          <p:cNvSpPr txBox="1"/>
          <p:nvPr userDrawn="1"/>
        </p:nvSpPr>
        <p:spPr>
          <a:xfrm>
            <a:off x="7920203" y="6481309"/>
            <a:ext cx="3025775" cy="361950"/>
          </a:xfrm>
          <a:prstGeom prst="rect">
            <a:avLst/>
          </a:prstGeom>
          <a:noFill/>
          <a:ln w="9525">
            <a:noFill/>
          </a:ln>
        </p:spPr>
        <p:txBody>
          <a:bodyPr wrap="none" anchor="t">
            <a:spAutoFit/>
          </a:bodyPr>
          <a:lstStyle/>
          <a:p>
            <a:pPr lvl="0" indent="0" fontAlgn="base"/>
            <a:r>
              <a:rPr lang="zh-CN" altLang="en-US" sz="1755" strike="noStrike" noProof="1">
                <a:solidFill>
                  <a:srgbClr val="007CC2"/>
                </a:solidFill>
                <a:latin typeface="Arial" panose="020B0604020202020204" pitchFamily="34" charset="0"/>
                <a:ea typeface="宋体" panose="02010600030101010101" pitchFamily="2" charset="-122"/>
                <a:cs typeface="+mn-ea"/>
              </a:rPr>
              <a:t>WWW.SUPCONTECH.COM</a:t>
            </a:r>
            <a:endParaRPr lang="zh-CN" altLang="en-US" sz="1755" strike="noStrike" noProof="1">
              <a:solidFill>
                <a:srgbClr val="007CC2"/>
              </a:solidFill>
              <a:latin typeface="Arial" panose="020B0604020202020204" pitchFamily="34" charset="0"/>
              <a:ea typeface="宋体" panose="02010600030101010101" pitchFamily="2" charset="-122"/>
            </a:endParaRPr>
          </a:p>
        </p:txBody>
      </p:sp>
      <p:sp>
        <p:nvSpPr>
          <p:cNvPr id="9" name="矩形 12"/>
          <p:cNvSpPr/>
          <p:nvPr userDrawn="1"/>
        </p:nvSpPr>
        <p:spPr>
          <a:xfrm flipV="1">
            <a:off x="8304245" y="144415"/>
            <a:ext cx="3612224" cy="620421"/>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
          <p:cNvSpPr/>
          <p:nvPr userDrawn="1"/>
        </p:nvSpPr>
        <p:spPr>
          <a:xfrm flipV="1">
            <a:off x="302684" y="144416"/>
            <a:ext cx="8193583" cy="63415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5479" y="404735"/>
            <a:ext cx="2637616" cy="167893"/>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567" y="905510"/>
            <a:ext cx="10745047" cy="528066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335281" y="188595"/>
            <a:ext cx="7189047" cy="552450"/>
          </a:xfrm>
        </p:spPr>
        <p:txBody>
          <a:bodyPr/>
          <a:lstStyle>
            <a:lvl1pPr marL="0" marR="0" lvl="0" algn="l" defTabSz="914400" rtl="0" eaLnBrk="1" fontAlgn="auto" latinLnBrk="0" hangingPunct="1">
              <a:lnSpc>
                <a:spcPct val="90000"/>
              </a:lnSpc>
              <a:spcBef>
                <a:spcPct val="0"/>
              </a:spcBef>
              <a:buNone/>
              <a:defRPr kumimoji="0" lang="zh-CN" altLang="en-US" sz="3200" b="1" i="0" u="none" strike="noStrike" kern="1200" cap="none" spc="0" normalizeH="0" baseline="0" noProof="1" smtClean="0">
                <a:solidFill>
                  <a:schemeClr val="bg1"/>
                </a:solidFill>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en-US" noProof="1"/>
          </a:p>
        </p:txBody>
      </p:sp>
      <p:sp>
        <p:nvSpPr>
          <p:cNvPr id="4" name="Date Placeholder 3"/>
          <p:cNvSpPr>
            <a:spLocks noGrp="1"/>
          </p:cNvSpPr>
          <p:nvPr>
            <p:ph type="dt" sz="half" idx="10"/>
          </p:nvPr>
        </p:nvSpPr>
        <p:spPr>
          <a:xfrm>
            <a:off x="8382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pPr>
            <a:fld id="{82F288E0-7875-42C4-84C8-98DBBD3BF4D2}" type="datetimeFigureOut">
              <a:rPr lang="zh-CN" altLang="en-US" smtClean="0">
                <a:solidFill>
                  <a:prstClr val="black"/>
                </a:solidFill>
              </a:rPr>
            </a:fld>
            <a:endParaRPr lang="zh-CN" altLang="en-US">
              <a:solidFill>
                <a:prstClr val="black"/>
              </a:solidFill>
            </a:endParaRPr>
          </a:p>
        </p:txBody>
      </p:sp>
      <p:sp>
        <p:nvSpPr>
          <p:cNvPr id="5" name="Footer Placeholder 4"/>
          <p:cNvSpPr>
            <a:spLocks noGrp="1"/>
          </p:cNvSpPr>
          <p:nvPr>
            <p:ph type="ftr" sz="quarter" idx="11"/>
          </p:nvPr>
        </p:nvSpPr>
        <p:spPr>
          <a:xfrm>
            <a:off x="4038600" y="6356351"/>
            <a:ext cx="4114800" cy="365125"/>
          </a:xfrm>
        </p:spPr>
        <p:txBody>
          <a:bodyPr/>
          <a:lstStyle>
            <a:lvl1pPr>
              <a:defRPr noProof="1"/>
            </a:lvl1pPr>
          </a:lstStyle>
          <a:p>
            <a:pPr fontAlgn="base">
              <a:spcBef>
                <a:spcPct val="0"/>
              </a:spcBef>
              <a:spcAft>
                <a:spcPct val="0"/>
              </a:spcAft>
              <a:buFont typeface="Arial" panose="020B0604020202020204" pitchFamily="34" charset="0"/>
              <a:buNone/>
            </a:pPr>
            <a:endParaRPr lang="zh-CN" altLang="en-US">
              <a:solidFill>
                <a:prstClr val="black"/>
              </a:solidFill>
            </a:endParaRPr>
          </a:p>
        </p:txBody>
      </p:sp>
      <p:sp>
        <p:nvSpPr>
          <p:cNvPr id="6" name="Slide Number Placeholder 5"/>
          <p:cNvSpPr>
            <a:spLocks noGrp="1"/>
          </p:cNvSpPr>
          <p:nvPr>
            <p:ph type="sldNum" sz="quarter" idx="12"/>
          </p:nvPr>
        </p:nvSpPr>
        <p:spPr>
          <a:xfrm>
            <a:off x="86106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pPr>
            <a:fld id="{A35F3880-7539-44E1-A34D-401EC5C5F446}" type="slidenum">
              <a:rPr lang="zh-CN" altLang="en-US" smtClean="0">
                <a:solidFill>
                  <a:prstClr val="black"/>
                </a:solidFill>
              </a:rPr>
            </a:fld>
            <a:endParaRPr lang="zh-CN" altLang="en-US">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cxnSp>
        <p:nvCxnSpPr>
          <p:cNvPr id="4" name="直接连接符 3"/>
          <p:cNvCxnSpPr/>
          <p:nvPr userDrawn="1"/>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5" name="矩形 12"/>
          <p:cNvSpPr/>
          <p:nvPr userDrawn="1"/>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sp>
        <p:nvSpPr>
          <p:cNvPr id="6" name="矩形 1"/>
          <p:cNvSpPr/>
          <p:nvPr userDrawn="1"/>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pic>
        <p:nvPicPr>
          <p:cNvPr id="7" name="图片 1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945967" y="6469064"/>
            <a:ext cx="3833284"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p:cNvSpPr>
            <a:spLocks noGrp="1"/>
          </p:cNvSpPr>
          <p:nvPr>
            <p:ph type="title"/>
          </p:nvPr>
        </p:nvSpPr>
        <p:spPr>
          <a:xfrm>
            <a:off x="335281" y="188595"/>
            <a:ext cx="7189047" cy="552450"/>
          </a:xfrm>
          <a:ln w="9525">
            <a:noFill/>
            <a:miter/>
          </a:ln>
        </p:spPr>
        <p:txBody>
          <a:bodyPr/>
          <a:lstStyle>
            <a:lvl1pPr marL="0" marR="0" lvl="0" algn="l" defTabSz="914400" rtl="0" eaLnBrk="1" fontAlgn="auto" latinLnBrk="0" hangingPunct="1">
              <a:lnSpc>
                <a:spcPct val="90000"/>
              </a:lnSpc>
              <a:spcBef>
                <a:spcPct val="0"/>
              </a:spcBef>
              <a:buNone/>
              <a:defRPr kumimoji="0" lang="zh-CN" altLang="en-US" sz="3200" b="1" i="0" u="none" strike="noStrike" kern="1200" cap="none" spc="0" normalizeH="0" baseline="0" noProof="1" smtClean="0">
                <a:solidFill>
                  <a:schemeClr val="bg1"/>
                </a:solidFill>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en-US"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Title 1"/>
          <p:cNvSpPr>
            <a:spLocks noGrp="1"/>
          </p:cNvSpPr>
          <p:nvPr>
            <p:ph type="title"/>
          </p:nvPr>
        </p:nvSpPr>
        <p:spPr>
          <a:xfrm>
            <a:off x="335281" y="188595"/>
            <a:ext cx="7189047" cy="552450"/>
          </a:xfrm>
        </p:spPr>
        <p:txBody>
          <a:bodyPr/>
          <a:lstStyle>
            <a:lvl1pPr marL="0" marR="0" lvl="0" algn="l" defTabSz="914400" rtl="0" eaLnBrk="1" fontAlgn="auto" latinLnBrk="0" hangingPunct="1">
              <a:lnSpc>
                <a:spcPct val="90000"/>
              </a:lnSpc>
              <a:spcBef>
                <a:spcPct val="0"/>
              </a:spcBef>
              <a:buNone/>
              <a:defRPr kumimoji="0" lang="zh-CN" altLang="en-US" sz="3200" b="1" i="0" u="none" strike="noStrike" kern="1200" cap="none" spc="0" normalizeH="0" baseline="0" noProof="1" smtClean="0">
                <a:solidFill>
                  <a:schemeClr val="bg1"/>
                </a:solidFill>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en-US" noProof="1"/>
          </a:p>
        </p:txBody>
      </p:sp>
      <p:sp>
        <p:nvSpPr>
          <p:cNvPr id="3" name="日期占位符 1"/>
          <p:cNvSpPr>
            <a:spLocks noGrp="1"/>
          </p:cNvSpPr>
          <p:nvPr>
            <p:ph type="dt" sz="half" idx="10"/>
          </p:nvPr>
        </p:nvSpPr>
        <p:spPr>
          <a:xfrm>
            <a:off x="611717" y="6242050"/>
            <a:ext cx="2842683" cy="477838"/>
          </a:xfrm>
        </p:spPr>
        <p:txBody>
          <a:bodyPr/>
          <a:lstStyle>
            <a:lvl1pPr>
              <a:defRPr noProof="1" dirty="0">
                <a:sym typeface="Arial" panose="020B0604020202020204" charset="-94"/>
              </a:defRPr>
            </a:lvl1pPr>
          </a:lstStyle>
          <a:p>
            <a:pPr fontAlgn="base">
              <a:spcBef>
                <a:spcPct val="0"/>
              </a:spcBef>
              <a:spcAft>
                <a:spcPct val="0"/>
              </a:spcAft>
              <a:buFont typeface="Arial" panose="020B0604020202020204" pitchFamily="34" charset="0"/>
              <a:buNone/>
            </a:pPr>
            <a:endParaRPr lang="zh-CN" altLang="en-US">
              <a:solidFill>
                <a:prstClr val="black"/>
              </a:solidFill>
            </a:endParaRPr>
          </a:p>
        </p:txBody>
      </p:sp>
      <p:sp>
        <p:nvSpPr>
          <p:cNvPr id="5" name="页脚占位符 2"/>
          <p:cNvSpPr>
            <a:spLocks noGrp="1"/>
          </p:cNvSpPr>
          <p:nvPr>
            <p:ph type="ftr" sz="quarter" idx="11"/>
          </p:nvPr>
        </p:nvSpPr>
        <p:spPr>
          <a:xfrm>
            <a:off x="4167718" y="6242050"/>
            <a:ext cx="3856567" cy="477838"/>
          </a:xfrm>
        </p:spPr>
        <p:txBody>
          <a:bodyPr/>
          <a:lstStyle>
            <a:lvl1pPr>
              <a:defRPr noProof="1" dirty="0">
                <a:latin typeface="Arial" panose="020B0604020202020204" charset="-94"/>
                <a:ea typeface="宋体" panose="02010600030101010101" pitchFamily="2" charset="-122"/>
                <a:cs typeface="+mn-ea"/>
                <a:sym typeface="Arial" panose="020B0604020202020204" charset="-94"/>
              </a:defRPr>
            </a:lvl1pPr>
          </a:lstStyle>
          <a:p>
            <a:pPr fontAlgn="base">
              <a:spcBef>
                <a:spcPct val="0"/>
              </a:spcBef>
              <a:spcAft>
                <a:spcPct val="0"/>
              </a:spcAft>
              <a:buFont typeface="Arial" panose="020B0604020202020204" pitchFamily="34" charset="0"/>
              <a:buNone/>
            </a:pPr>
            <a:r>
              <a:rPr lang="en-US" altLang="x-none">
                <a:solidFill>
                  <a:prstClr val="black"/>
                </a:solidFill>
              </a:rPr>
              <a:t>www.supcon.com</a:t>
            </a:r>
            <a:endParaRPr lang="en-US" altLang="x-none">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6"/>
          <p:cNvSpPr txBox="1"/>
          <p:nvPr userDrawn="1"/>
        </p:nvSpPr>
        <p:spPr>
          <a:xfrm>
            <a:off x="1200151" y="3860800"/>
            <a:ext cx="3219151" cy="420884"/>
          </a:xfrm>
          <a:prstGeom prst="rect">
            <a:avLst/>
          </a:prstGeom>
          <a:noFill/>
          <a:ln w="9525">
            <a:noFill/>
          </a:ln>
        </p:spPr>
        <p:txBody>
          <a:bodyPr wrap="none">
            <a:spAutoFit/>
          </a:bodyPr>
          <a:lstStyle/>
          <a:p>
            <a:pPr fontAlgn="base">
              <a:spcBef>
                <a:spcPct val="0"/>
              </a:spcBef>
              <a:spcAft>
                <a:spcPct val="0"/>
              </a:spcAft>
              <a:buFont typeface="Arial" panose="020B0604020202020204" pitchFamily="34" charset="0"/>
              <a:buNone/>
            </a:pPr>
            <a:r>
              <a:rPr lang="zh-CN" altLang="en-US" sz="2135" b="1" noProof="1">
                <a:solidFill>
                  <a:prstClr val="white"/>
                </a:solidFill>
                <a:latin typeface="微软雅黑" panose="020B0503020204020204" charset="-122"/>
                <a:ea typeface="微软雅黑" panose="020B0503020204020204" charset="-122"/>
                <a:cs typeface="+mn-ea"/>
              </a:rPr>
              <a:t>勤于业 · 安于信 · 暖于心</a:t>
            </a:r>
            <a:endParaRPr lang="zh-CN" altLang="en-US" sz="2135" b="1" noProof="1">
              <a:solidFill>
                <a:prstClr val="white"/>
              </a:solidFill>
              <a:latin typeface="微软雅黑" panose="020B0503020204020204" charset="-122"/>
              <a:ea typeface="微软雅黑" panose="020B0503020204020204" charset="-122"/>
            </a:endParaRPr>
          </a:p>
        </p:txBody>
      </p:sp>
      <p:pic>
        <p:nvPicPr>
          <p:cNvPr id="6" name="图片 7" descr="614646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925985" y="785814"/>
            <a:ext cx="2389716"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8" descr="1646464641"/>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250767" y="6186489"/>
            <a:ext cx="35814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9" descr="164646"/>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925985" y="1"/>
            <a:ext cx="2389716"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descr="Backup_of_ppt-模板-x"/>
          <p:cNvPicPr>
            <a:picLocks noChangeAspect="1"/>
          </p:cNvPicPr>
          <p:nvPr userDrawn="1"/>
        </p:nvPicPr>
        <p:blipFill rotWithShape="1">
          <a:blip r:embed="rId6" cstate="print"/>
          <a:srcRect r="15522"/>
          <a:stretch>
            <a:fillRect/>
          </a:stretch>
        </p:blipFill>
        <p:spPr>
          <a:xfrm>
            <a:off x="8925984" y="3241675"/>
            <a:ext cx="2387600" cy="1192213"/>
          </a:xfrm>
          <a:prstGeom prst="rect">
            <a:avLst/>
          </a:prstGeom>
          <a:solidFill>
            <a:schemeClr val="lt1"/>
          </a:solidFill>
        </p:spPr>
      </p:pic>
      <p:pic>
        <p:nvPicPr>
          <p:cNvPr id="10" name="图片 10"/>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925984" y="785814"/>
            <a:ext cx="2396067"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2"/>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8925984" y="2012951"/>
            <a:ext cx="2387600"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430953" y="765176"/>
            <a:ext cx="8060267" cy="1618615"/>
          </a:xfrm>
        </p:spPr>
        <p:txBody>
          <a:bodyPr anchor="b"/>
          <a:lstStyle>
            <a:lvl1pPr algn="ctr">
              <a:defRPr kumimoji="0" lang="en-US" altLang="zh-CN" sz="9325" b="1" i="0" u="none" strike="noStrike" kern="1200" cap="none" spc="0" normalizeH="0" baseline="0" noProof="1">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430954" y="2493011"/>
            <a:ext cx="8076353" cy="1655445"/>
          </a:xfrm>
        </p:spPr>
        <p:txBody>
          <a:bodyPr/>
          <a:lstStyle>
            <a:lvl1pPr marL="0" indent="0" algn="ctr">
              <a:buNone/>
              <a:defRPr kumimoji="0" lang="en-US" altLang="zh-CN" sz="4525" b="1" i="0" u="none" strike="noStrike" kern="1200" cap="none" spc="0" normalizeH="0" baseline="0" noProof="1">
                <a:solidFill>
                  <a:schemeClr val="bg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cs typeface="+mj-cs"/>
                <a:sym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3_空白">
    <p:bg bwMode="auto">
      <p:bgPr>
        <a:solidFill>
          <a:srgbClr val="F2F2F2"/>
        </a:solidFill>
        <a:effectLst/>
      </p:bgPr>
    </p:bg>
    <p:spTree>
      <p:nvGrpSpPr>
        <p:cNvPr id="1" name=""/>
        <p:cNvGrpSpPr/>
        <p:nvPr/>
      </p:nvGrpSpPr>
      <p:grpSpPr>
        <a:xfrm>
          <a:off x="0" y="0"/>
          <a:ext cx="0" cy="0"/>
          <a:chOff x="0" y="0"/>
          <a:chExt cx="0" cy="0"/>
        </a:xfrm>
      </p:grpSpPr>
      <p:pic>
        <p:nvPicPr>
          <p:cNvPr id="3" name="图片 7"/>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76267" y="296863"/>
            <a:ext cx="2904067"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101657" y="84874"/>
            <a:ext cx="11988683" cy="633077"/>
            <a:chOff x="90050" y="6756597"/>
            <a:chExt cx="10619662" cy="664584"/>
          </a:xfrm>
        </p:grpSpPr>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rcRect l="834" t="89772" r="26624" b="997"/>
            <a:stretch>
              <a:fillRect/>
            </a:stretch>
          </p:blipFill>
          <p:spPr>
            <a:xfrm>
              <a:off x="90050" y="6756598"/>
              <a:ext cx="7834421" cy="664583"/>
            </a:xfrm>
            <a:custGeom>
              <a:avLst/>
              <a:gdLst>
                <a:gd name="connsiteX0" fmla="*/ 0 w 7834421"/>
                <a:gd name="connsiteY0" fmla="*/ 0 h 664583"/>
                <a:gd name="connsiteX1" fmla="*/ 7834421 w 7834421"/>
                <a:gd name="connsiteY1" fmla="*/ 0 h 664583"/>
                <a:gd name="connsiteX2" fmla="*/ 7316312 w 7834421"/>
                <a:gd name="connsiteY2" fmla="*/ 664583 h 664583"/>
                <a:gd name="connsiteX3" fmla="*/ 0 w 7834421"/>
                <a:gd name="connsiteY3" fmla="*/ 664583 h 664583"/>
              </a:gdLst>
              <a:ahLst/>
              <a:cxnLst>
                <a:cxn ang="0">
                  <a:pos x="connsiteX0" y="connsiteY0"/>
                </a:cxn>
                <a:cxn ang="0">
                  <a:pos x="connsiteX1" y="connsiteY1"/>
                </a:cxn>
                <a:cxn ang="0">
                  <a:pos x="connsiteX2" y="connsiteY2"/>
                </a:cxn>
                <a:cxn ang="0">
                  <a:pos x="connsiteX3" y="connsiteY3"/>
                </a:cxn>
              </a:cxnLst>
              <a:rect l="l" t="t" r="r" b="b"/>
              <a:pathLst>
                <a:path w="7834421" h="664583">
                  <a:moveTo>
                    <a:pt x="0" y="0"/>
                  </a:moveTo>
                  <a:lnTo>
                    <a:pt x="7834421" y="0"/>
                  </a:lnTo>
                  <a:lnTo>
                    <a:pt x="7316312" y="664583"/>
                  </a:lnTo>
                  <a:lnTo>
                    <a:pt x="0" y="664583"/>
                  </a:lnTo>
                  <a:close/>
                </a:path>
              </a:pathLst>
            </a:custGeom>
          </p:spPr>
        </p:pic>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rcRect l="70375" t="89772" r="834" b="997"/>
            <a:stretch>
              <a:fillRect/>
            </a:stretch>
          </p:blipFill>
          <p:spPr>
            <a:xfrm>
              <a:off x="7600300" y="6756597"/>
              <a:ext cx="3109412" cy="664584"/>
            </a:xfrm>
            <a:custGeom>
              <a:avLst/>
              <a:gdLst>
                <a:gd name="connsiteX0" fmla="*/ 494216 w 3109412"/>
                <a:gd name="connsiteY0" fmla="*/ 0 h 664584"/>
                <a:gd name="connsiteX1" fmla="*/ 3109412 w 3109412"/>
                <a:gd name="connsiteY1" fmla="*/ 0 h 664584"/>
                <a:gd name="connsiteX2" fmla="*/ 3109412 w 3109412"/>
                <a:gd name="connsiteY2" fmla="*/ 664584 h 664584"/>
                <a:gd name="connsiteX3" fmla="*/ 0 w 3109412"/>
                <a:gd name="connsiteY3" fmla="*/ 664584 h 664584"/>
              </a:gdLst>
              <a:ahLst/>
              <a:cxnLst>
                <a:cxn ang="0">
                  <a:pos x="connsiteX0" y="connsiteY0"/>
                </a:cxn>
                <a:cxn ang="0">
                  <a:pos x="connsiteX1" y="connsiteY1"/>
                </a:cxn>
                <a:cxn ang="0">
                  <a:pos x="connsiteX2" y="connsiteY2"/>
                </a:cxn>
                <a:cxn ang="0">
                  <a:pos x="connsiteX3" y="connsiteY3"/>
                </a:cxn>
              </a:cxnLst>
              <a:rect l="l" t="t" r="r" b="b"/>
              <a:pathLst>
                <a:path w="3109412" h="664584">
                  <a:moveTo>
                    <a:pt x="494216" y="0"/>
                  </a:moveTo>
                  <a:lnTo>
                    <a:pt x="3109412" y="0"/>
                  </a:lnTo>
                  <a:lnTo>
                    <a:pt x="3109412" y="664584"/>
                  </a:lnTo>
                  <a:lnTo>
                    <a:pt x="0" y="664584"/>
                  </a:lnTo>
                  <a:close/>
                </a:path>
              </a:pathLst>
            </a:custGeom>
          </p:spPr>
        </p:pic>
      </p:grpSp>
      <p:sp>
        <p:nvSpPr>
          <p:cNvPr id="10" name="标题 9"/>
          <p:cNvSpPr>
            <a:spLocks noGrp="1"/>
          </p:cNvSpPr>
          <p:nvPr>
            <p:ph type="title"/>
          </p:nvPr>
        </p:nvSpPr>
        <p:spPr>
          <a:xfrm>
            <a:off x="244939" y="114828"/>
            <a:ext cx="6850495" cy="616055"/>
          </a:xfrm>
        </p:spPr>
        <p:txBody>
          <a:bodyPr>
            <a:normAutofit/>
          </a:bodyPr>
          <a:lstStyle>
            <a:lvl1pPr>
              <a:defRPr sz="2290">
                <a:solidFill>
                  <a:schemeClr val="bg1"/>
                </a:solidFill>
              </a:defRPr>
            </a:lvl1pPr>
          </a:lstStyle>
          <a:p>
            <a:r>
              <a:rPr lang="zh-CN" altLang="en-US" noProof="1"/>
              <a:t>单击此处编辑母版标题样式</a:t>
            </a:r>
            <a:endParaRPr lang="zh-CN" altLang="en-US"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4_空白">
    <p:bg bwMode="auto">
      <p:bgPr>
        <a:solidFill>
          <a:srgbClr val="F2F2F2"/>
        </a:solidFill>
        <a:effectLst/>
      </p:bgPr>
    </p:bg>
    <p:spTree>
      <p:nvGrpSpPr>
        <p:cNvPr id="1" name=""/>
        <p:cNvGrpSpPr/>
        <p:nvPr/>
      </p:nvGrpSpPr>
      <p:grpSpPr>
        <a:xfrm>
          <a:off x="0" y="0"/>
          <a:ext cx="0" cy="0"/>
          <a:chOff x="0" y="0"/>
          <a:chExt cx="0" cy="0"/>
        </a:xfrm>
      </p:grpSpPr>
      <p:pic>
        <p:nvPicPr>
          <p:cNvPr id="3" name="图片 7"/>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76267" y="296863"/>
            <a:ext cx="2904067"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101657" y="84874"/>
            <a:ext cx="11988683" cy="633077"/>
            <a:chOff x="90050" y="6756597"/>
            <a:chExt cx="10619662" cy="664584"/>
          </a:xfrm>
        </p:grpSpPr>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rcRect l="834" t="89772" r="26624" b="997"/>
            <a:stretch>
              <a:fillRect/>
            </a:stretch>
          </p:blipFill>
          <p:spPr>
            <a:xfrm>
              <a:off x="90050" y="6756598"/>
              <a:ext cx="7834421" cy="664583"/>
            </a:xfrm>
            <a:custGeom>
              <a:avLst/>
              <a:gdLst>
                <a:gd name="connsiteX0" fmla="*/ 0 w 7834421"/>
                <a:gd name="connsiteY0" fmla="*/ 0 h 664583"/>
                <a:gd name="connsiteX1" fmla="*/ 7834421 w 7834421"/>
                <a:gd name="connsiteY1" fmla="*/ 0 h 664583"/>
                <a:gd name="connsiteX2" fmla="*/ 7316312 w 7834421"/>
                <a:gd name="connsiteY2" fmla="*/ 664583 h 664583"/>
                <a:gd name="connsiteX3" fmla="*/ 0 w 7834421"/>
                <a:gd name="connsiteY3" fmla="*/ 664583 h 664583"/>
              </a:gdLst>
              <a:ahLst/>
              <a:cxnLst>
                <a:cxn ang="0">
                  <a:pos x="connsiteX0" y="connsiteY0"/>
                </a:cxn>
                <a:cxn ang="0">
                  <a:pos x="connsiteX1" y="connsiteY1"/>
                </a:cxn>
                <a:cxn ang="0">
                  <a:pos x="connsiteX2" y="connsiteY2"/>
                </a:cxn>
                <a:cxn ang="0">
                  <a:pos x="connsiteX3" y="connsiteY3"/>
                </a:cxn>
              </a:cxnLst>
              <a:rect l="l" t="t" r="r" b="b"/>
              <a:pathLst>
                <a:path w="7834421" h="664583">
                  <a:moveTo>
                    <a:pt x="0" y="0"/>
                  </a:moveTo>
                  <a:lnTo>
                    <a:pt x="7834421" y="0"/>
                  </a:lnTo>
                  <a:lnTo>
                    <a:pt x="7316312" y="664583"/>
                  </a:lnTo>
                  <a:lnTo>
                    <a:pt x="0" y="664583"/>
                  </a:lnTo>
                  <a:close/>
                </a:path>
              </a:pathLst>
            </a:custGeom>
          </p:spPr>
        </p:pic>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rcRect l="70375" t="89772" r="834" b="997"/>
            <a:stretch>
              <a:fillRect/>
            </a:stretch>
          </p:blipFill>
          <p:spPr>
            <a:xfrm>
              <a:off x="7600300" y="6756597"/>
              <a:ext cx="3109412" cy="664584"/>
            </a:xfrm>
            <a:custGeom>
              <a:avLst/>
              <a:gdLst>
                <a:gd name="connsiteX0" fmla="*/ 494216 w 3109412"/>
                <a:gd name="connsiteY0" fmla="*/ 0 h 664584"/>
                <a:gd name="connsiteX1" fmla="*/ 3109412 w 3109412"/>
                <a:gd name="connsiteY1" fmla="*/ 0 h 664584"/>
                <a:gd name="connsiteX2" fmla="*/ 3109412 w 3109412"/>
                <a:gd name="connsiteY2" fmla="*/ 664584 h 664584"/>
                <a:gd name="connsiteX3" fmla="*/ 0 w 3109412"/>
                <a:gd name="connsiteY3" fmla="*/ 664584 h 664584"/>
              </a:gdLst>
              <a:ahLst/>
              <a:cxnLst>
                <a:cxn ang="0">
                  <a:pos x="connsiteX0" y="connsiteY0"/>
                </a:cxn>
                <a:cxn ang="0">
                  <a:pos x="connsiteX1" y="connsiteY1"/>
                </a:cxn>
                <a:cxn ang="0">
                  <a:pos x="connsiteX2" y="connsiteY2"/>
                </a:cxn>
                <a:cxn ang="0">
                  <a:pos x="connsiteX3" y="connsiteY3"/>
                </a:cxn>
              </a:cxnLst>
              <a:rect l="l" t="t" r="r" b="b"/>
              <a:pathLst>
                <a:path w="3109412" h="664584">
                  <a:moveTo>
                    <a:pt x="494216" y="0"/>
                  </a:moveTo>
                  <a:lnTo>
                    <a:pt x="3109412" y="0"/>
                  </a:lnTo>
                  <a:lnTo>
                    <a:pt x="3109412" y="664584"/>
                  </a:lnTo>
                  <a:lnTo>
                    <a:pt x="0" y="664584"/>
                  </a:lnTo>
                  <a:close/>
                </a:path>
              </a:pathLst>
            </a:custGeom>
          </p:spPr>
        </p:pic>
      </p:grpSp>
      <p:sp>
        <p:nvSpPr>
          <p:cNvPr id="10" name="标题 9"/>
          <p:cNvSpPr>
            <a:spLocks noGrp="1"/>
          </p:cNvSpPr>
          <p:nvPr>
            <p:ph type="title"/>
          </p:nvPr>
        </p:nvSpPr>
        <p:spPr>
          <a:xfrm>
            <a:off x="244939" y="114828"/>
            <a:ext cx="6850495" cy="616055"/>
          </a:xfrm>
        </p:spPr>
        <p:txBody>
          <a:bodyPr>
            <a:normAutofit/>
          </a:bodyPr>
          <a:lstStyle>
            <a:lvl1pPr>
              <a:defRPr sz="2290">
                <a:solidFill>
                  <a:schemeClr val="bg1"/>
                </a:solidFill>
              </a:defRPr>
            </a:lvl1pPr>
          </a:lstStyle>
          <a:p>
            <a:r>
              <a:rPr lang="zh-CN" altLang="en-US" noProof="1"/>
              <a:t>单击此处编辑母版标题样式</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cxnSp>
        <p:nvCxnSpPr>
          <p:cNvPr id="2" name="直接连接符 1"/>
          <p:cNvCxnSpPr/>
          <p:nvPr/>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3" name="文本框 5"/>
          <p:cNvSpPr txBox="1">
            <a:spLocks noChangeArrowheads="1"/>
          </p:cNvSpPr>
          <p:nvPr/>
        </p:nvSpPr>
        <p:spPr bwMode="auto">
          <a:xfrm>
            <a:off x="7920567" y="6480176"/>
            <a:ext cx="2944204"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anose="020B0604020202020204" pitchFamily="34" charset="0"/>
              <a:buNone/>
            </a:pPr>
            <a:r>
              <a:rPr lang="en-US" altLang="en-US" sz="1700">
                <a:solidFill>
                  <a:srgbClr val="007CC2"/>
                </a:solidFill>
                <a:latin typeface="Arial" panose="020B0604020202020204" pitchFamily="34" charset="0"/>
                <a:ea typeface="宋体" panose="02010600030101010101" pitchFamily="2" charset="-122"/>
              </a:rPr>
              <a:t>WWW.SUPCONTECH.COM</a:t>
            </a:r>
            <a:endParaRPr lang="en-US" altLang="en-US" sz="1700">
              <a:solidFill>
                <a:srgbClr val="007CC2"/>
              </a:solidFill>
              <a:latin typeface="Arial" panose="020B0604020202020204" pitchFamily="34" charset="0"/>
              <a:ea typeface="宋体" panose="02010600030101010101" pitchFamily="2" charset="-122"/>
            </a:endParaRPr>
          </a:p>
        </p:txBody>
      </p:sp>
      <p:sp>
        <p:nvSpPr>
          <p:cNvPr id="4" name="矩形 12"/>
          <p:cNvSpPr/>
          <p:nvPr/>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sp>
        <p:nvSpPr>
          <p:cNvPr id="5" name="矩形 1"/>
          <p:cNvSpPr/>
          <p:nvPr/>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pic>
        <p:nvPicPr>
          <p:cNvPr id="6" name="图片 1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日期占位符 1"/>
          <p:cNvSpPr>
            <a:spLocks noGrp="1"/>
          </p:cNvSpPr>
          <p:nvPr>
            <p:ph type="dt" sz="half" idx="10"/>
          </p:nvPr>
        </p:nvSpPr>
        <p:spPr>
          <a:xfrm>
            <a:off x="838200" y="6356351"/>
            <a:ext cx="27432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8" name="页脚占位符 2"/>
          <p:cNvSpPr>
            <a:spLocks noGrp="1"/>
          </p:cNvSpPr>
          <p:nvPr>
            <p:ph type="ftr" sz="quarter" idx="11"/>
          </p:nvPr>
        </p:nvSpPr>
        <p:spPr>
          <a:xfrm>
            <a:off x="4038600" y="6356351"/>
            <a:ext cx="41148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9" name="灯片编号占位符 3"/>
          <p:cNvSpPr>
            <a:spLocks noGrp="1"/>
          </p:cNvSpPr>
          <p:nvPr>
            <p:ph type="sldNum" sz="quarter" idx="12"/>
          </p:nvPr>
        </p:nvSpPr>
        <p:spPr>
          <a:xfrm>
            <a:off x="86106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defRPr/>
            </a:pPr>
            <a:fld id="{EFA3F3DC-97D5-4E6A-A949-009849986566}" type="slidenum">
              <a:rPr lang="zh-CN" altLang="en-US">
                <a:solidFill>
                  <a:prstClr val="black"/>
                </a:solidFill>
              </a:rPr>
            </a:fld>
            <a:endParaRPr lang="zh-CN" altLang="en-US">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cxnSp>
        <p:nvCxnSpPr>
          <p:cNvPr id="2" name="直接连接符 1"/>
          <p:cNvCxnSpPr/>
          <p:nvPr/>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3" name="文本框 5"/>
          <p:cNvSpPr txBox="1">
            <a:spLocks noChangeArrowheads="1"/>
          </p:cNvSpPr>
          <p:nvPr/>
        </p:nvSpPr>
        <p:spPr bwMode="auto">
          <a:xfrm>
            <a:off x="7920567" y="6480176"/>
            <a:ext cx="2944204"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anose="020B0604020202020204" pitchFamily="34" charset="0"/>
              <a:buNone/>
            </a:pPr>
            <a:r>
              <a:rPr lang="en-US" altLang="en-US" sz="1700">
                <a:solidFill>
                  <a:srgbClr val="007CC2"/>
                </a:solidFill>
                <a:latin typeface="Arial" panose="020B0604020202020204" pitchFamily="34" charset="0"/>
                <a:ea typeface="宋体" panose="02010600030101010101" pitchFamily="2" charset="-122"/>
              </a:rPr>
              <a:t>WWW.SUPCONTECH.COM</a:t>
            </a:r>
            <a:endParaRPr lang="en-US" altLang="en-US" sz="1700">
              <a:solidFill>
                <a:srgbClr val="007CC2"/>
              </a:solidFill>
              <a:latin typeface="Arial" panose="020B0604020202020204" pitchFamily="34" charset="0"/>
              <a:ea typeface="宋体" panose="02010600030101010101" pitchFamily="2" charset="-122"/>
            </a:endParaRPr>
          </a:p>
        </p:txBody>
      </p:sp>
      <p:sp>
        <p:nvSpPr>
          <p:cNvPr id="4" name="矩形 12"/>
          <p:cNvSpPr/>
          <p:nvPr/>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sp>
        <p:nvSpPr>
          <p:cNvPr id="5" name="矩形 1"/>
          <p:cNvSpPr/>
          <p:nvPr/>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pic>
        <p:nvPicPr>
          <p:cNvPr id="6" name="图片 1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日期占位符 1"/>
          <p:cNvSpPr>
            <a:spLocks noGrp="1"/>
          </p:cNvSpPr>
          <p:nvPr>
            <p:ph type="dt" sz="half" idx="10"/>
          </p:nvPr>
        </p:nvSpPr>
        <p:spPr>
          <a:xfrm>
            <a:off x="838200" y="6356351"/>
            <a:ext cx="27432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8" name="页脚占位符 2"/>
          <p:cNvSpPr>
            <a:spLocks noGrp="1"/>
          </p:cNvSpPr>
          <p:nvPr>
            <p:ph type="ftr" sz="quarter" idx="11"/>
          </p:nvPr>
        </p:nvSpPr>
        <p:spPr>
          <a:xfrm>
            <a:off x="4038600" y="6356351"/>
            <a:ext cx="41148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9" name="灯片编号占位符 3"/>
          <p:cNvSpPr>
            <a:spLocks noGrp="1"/>
          </p:cNvSpPr>
          <p:nvPr>
            <p:ph type="sldNum" sz="quarter" idx="12"/>
          </p:nvPr>
        </p:nvSpPr>
        <p:spPr>
          <a:xfrm>
            <a:off x="86106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defRPr/>
            </a:pPr>
            <a:fld id="{0675EAB6-E367-43AD-B1E4-89CE250245C0}" type="slidenum">
              <a:rPr lang="zh-CN" altLang="en-US">
                <a:solidFill>
                  <a:prstClr val="black"/>
                </a:solidFill>
              </a:rPr>
            </a:fld>
            <a:endParaRPr lang="zh-CN" altLang="en-US">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p:txBody>
          <a:bodyPr/>
          <a:lstStyle/>
          <a:p>
            <a:endParaRPr lang="zh-CN" altLang="en-US" noProof="1"/>
          </a:p>
        </p:txBody>
      </p:sp>
      <p:sp>
        <p:nvSpPr>
          <p:cNvPr id="4" name="页脚占位符 4"/>
          <p:cNvSpPr>
            <a:spLocks noGrp="1"/>
          </p:cNvSpPr>
          <p:nvPr>
            <p:ph type="ftr" sz="quarter" idx="10"/>
          </p:nvPr>
        </p:nvSpPr>
        <p:spPr>
          <a:xfrm>
            <a:off x="0" y="0"/>
            <a:ext cx="0" cy="0"/>
          </a:xfrm>
        </p:spPr>
        <p:txBody>
          <a:bodyPr/>
          <a:lstStyle>
            <a:lvl1pPr>
              <a:defRPr noProof="1">
                <a:sym typeface="楷体_GB2312" pitchFamily="1" charset="-122"/>
              </a:defRPr>
            </a:lvl1pPr>
          </a:lstStyle>
          <a:p>
            <a:pPr fontAlgn="base">
              <a:spcBef>
                <a:spcPct val="0"/>
              </a:spcBef>
              <a:spcAft>
                <a:spcPct val="0"/>
              </a:spcAft>
              <a:buFont typeface="Arial" panose="020B0604020202020204" pitchFamily="34" charset="0"/>
              <a:buNone/>
            </a:pPr>
            <a:endParaRPr>
              <a:solidFill>
                <a:prstClr val="black"/>
              </a:solidFill>
              <a:ea typeface="宋体" panose="02010600030101010101" pitchFamily="2" charset="-122"/>
            </a:endParaRPr>
          </a:p>
        </p:txBody>
      </p:sp>
      <p:sp>
        <p:nvSpPr>
          <p:cNvPr id="5" name="灯片编号占位符 5"/>
          <p:cNvSpPr>
            <a:spLocks noGrp="1"/>
          </p:cNvSpPr>
          <p:nvPr>
            <p:ph type="sldNum" sz="quarter" idx="11"/>
          </p:nvPr>
        </p:nvSpPr>
        <p:spPr>
          <a:xfrm>
            <a:off x="0" y="0"/>
            <a:ext cx="0" cy="0"/>
          </a:xfrm>
        </p:spPr>
        <p:txBody>
          <a:bodyPr/>
          <a:lstStyle>
            <a:lvl1pPr>
              <a:defRPr noProof="1">
                <a:sym typeface="Tahoma" panose="020B0604030504040204" pitchFamily="2" charset="0"/>
              </a:defRPr>
            </a:lvl1pPr>
          </a:lstStyle>
          <a:p>
            <a:pPr fontAlgn="base">
              <a:spcBef>
                <a:spcPct val="0"/>
              </a:spcBef>
              <a:spcAft>
                <a:spcPct val="0"/>
              </a:spcAft>
              <a:buFont typeface="Arial" panose="020B0604020202020204" pitchFamily="34" charset="0"/>
              <a:buNone/>
            </a:pPr>
            <a:endParaRPr>
              <a:solidFill>
                <a:prstClr val="black"/>
              </a:solidFill>
              <a:ea typeface="宋体" panose="02010600030101010101" pitchFamily="2" charset="-122"/>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567" y="905510"/>
            <a:ext cx="10745047" cy="528066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335281" y="188595"/>
            <a:ext cx="7189047" cy="552450"/>
          </a:xfrm>
        </p:spPr>
        <p:txBody>
          <a:bodyPr/>
          <a:lstStyle>
            <a:lvl1pPr marL="0" marR="0" lvl="0" algn="l" defTabSz="914400" rtl="0" eaLnBrk="1" fontAlgn="auto" latinLnBrk="0" hangingPunct="1">
              <a:lnSpc>
                <a:spcPct val="90000"/>
              </a:lnSpc>
              <a:spcBef>
                <a:spcPct val="0"/>
              </a:spcBef>
              <a:buNone/>
              <a:defRPr kumimoji="0" lang="zh-CN" altLang="en-US" sz="3200" b="1" i="0" u="none" strike="noStrike" kern="1200" cap="none" spc="0" normalizeH="0" baseline="0" noProof="1" smtClean="0">
                <a:solidFill>
                  <a:schemeClr val="bg1"/>
                </a:solidFill>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en-US" noProof="1"/>
          </a:p>
        </p:txBody>
      </p:sp>
      <p:sp>
        <p:nvSpPr>
          <p:cNvPr id="4" name="Date Placeholder 3"/>
          <p:cNvSpPr>
            <a:spLocks noGrp="1"/>
          </p:cNvSpPr>
          <p:nvPr>
            <p:ph type="dt" sz="half" idx="10"/>
          </p:nvPr>
        </p:nvSpPr>
        <p:spPr>
          <a:xfrm>
            <a:off x="8382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pPr>
            <a:fld id="{82F288E0-7875-42C4-84C8-98DBBD3BF4D2}" type="datetimeFigureOut">
              <a:rPr lang="zh-CN" altLang="en-US" smtClean="0">
                <a:solidFill>
                  <a:prstClr val="black"/>
                </a:solidFill>
              </a:rPr>
            </a:fld>
            <a:endParaRPr lang="zh-CN" altLang="en-US">
              <a:solidFill>
                <a:prstClr val="black"/>
              </a:solidFill>
            </a:endParaRPr>
          </a:p>
        </p:txBody>
      </p:sp>
      <p:sp>
        <p:nvSpPr>
          <p:cNvPr id="5" name="Footer Placeholder 4"/>
          <p:cNvSpPr>
            <a:spLocks noGrp="1"/>
          </p:cNvSpPr>
          <p:nvPr>
            <p:ph type="ftr" sz="quarter" idx="11"/>
          </p:nvPr>
        </p:nvSpPr>
        <p:spPr>
          <a:xfrm>
            <a:off x="4038600" y="6356351"/>
            <a:ext cx="4114800" cy="365125"/>
          </a:xfrm>
        </p:spPr>
        <p:txBody>
          <a:bodyPr/>
          <a:lstStyle>
            <a:lvl1pPr>
              <a:defRPr noProof="1"/>
            </a:lvl1pPr>
          </a:lstStyle>
          <a:p>
            <a:pPr fontAlgn="base">
              <a:spcBef>
                <a:spcPct val="0"/>
              </a:spcBef>
              <a:spcAft>
                <a:spcPct val="0"/>
              </a:spcAft>
              <a:buFont typeface="Arial" panose="020B0604020202020204" pitchFamily="34" charset="0"/>
              <a:buNone/>
            </a:pPr>
            <a:endParaRPr lang="zh-CN" altLang="en-US">
              <a:solidFill>
                <a:prstClr val="black"/>
              </a:solidFill>
            </a:endParaRPr>
          </a:p>
        </p:txBody>
      </p:sp>
      <p:sp>
        <p:nvSpPr>
          <p:cNvPr id="6" name="Slide Number Placeholder 5"/>
          <p:cNvSpPr>
            <a:spLocks noGrp="1"/>
          </p:cNvSpPr>
          <p:nvPr>
            <p:ph type="sldNum" sz="quarter" idx="12"/>
          </p:nvPr>
        </p:nvSpPr>
        <p:spPr>
          <a:xfrm>
            <a:off x="86106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pPr>
            <a:fld id="{A35F3880-7539-44E1-A34D-401EC5C5F446}" type="slidenum">
              <a:rPr lang="zh-CN" altLang="en-US" smtClean="0">
                <a:solidFill>
                  <a:prstClr val="black"/>
                </a:solidFill>
              </a:rPr>
            </a:fld>
            <a:endParaRPr lang="zh-CN" altLang="en-US">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cxnSp>
        <p:nvCxnSpPr>
          <p:cNvPr id="4" name="直接连接符 3"/>
          <p:cNvCxnSpPr/>
          <p:nvPr userDrawn="1"/>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5" name="矩形 12"/>
          <p:cNvSpPr/>
          <p:nvPr userDrawn="1"/>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sp>
        <p:nvSpPr>
          <p:cNvPr id="6" name="矩形 1"/>
          <p:cNvSpPr/>
          <p:nvPr userDrawn="1"/>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pic>
        <p:nvPicPr>
          <p:cNvPr id="7" name="图片 1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945967" y="6469064"/>
            <a:ext cx="3833284"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p:cNvSpPr>
            <a:spLocks noGrp="1"/>
          </p:cNvSpPr>
          <p:nvPr>
            <p:ph type="title"/>
          </p:nvPr>
        </p:nvSpPr>
        <p:spPr>
          <a:xfrm>
            <a:off x="335281" y="188595"/>
            <a:ext cx="7189047" cy="552450"/>
          </a:xfrm>
          <a:ln w="9525">
            <a:noFill/>
            <a:miter/>
          </a:ln>
        </p:spPr>
        <p:txBody>
          <a:bodyPr/>
          <a:lstStyle>
            <a:lvl1pPr marL="0" marR="0" lvl="0" algn="l" defTabSz="914400" rtl="0" eaLnBrk="1" fontAlgn="auto" latinLnBrk="0" hangingPunct="1">
              <a:lnSpc>
                <a:spcPct val="90000"/>
              </a:lnSpc>
              <a:spcBef>
                <a:spcPct val="0"/>
              </a:spcBef>
              <a:buNone/>
              <a:defRPr kumimoji="0" lang="zh-CN" altLang="en-US" sz="3200" b="1" i="0" u="none" strike="noStrike" kern="1200" cap="none" spc="0" normalizeH="0" baseline="0" noProof="1" smtClean="0">
                <a:solidFill>
                  <a:schemeClr val="bg1"/>
                </a:solidFill>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en-US"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Title 1"/>
          <p:cNvSpPr>
            <a:spLocks noGrp="1"/>
          </p:cNvSpPr>
          <p:nvPr>
            <p:ph type="title"/>
          </p:nvPr>
        </p:nvSpPr>
        <p:spPr>
          <a:xfrm>
            <a:off x="335281" y="188595"/>
            <a:ext cx="7189047" cy="552450"/>
          </a:xfrm>
        </p:spPr>
        <p:txBody>
          <a:bodyPr/>
          <a:lstStyle>
            <a:lvl1pPr marL="0" marR="0" lvl="0" algn="l" defTabSz="914400" rtl="0" eaLnBrk="1" fontAlgn="auto" latinLnBrk="0" hangingPunct="1">
              <a:lnSpc>
                <a:spcPct val="90000"/>
              </a:lnSpc>
              <a:spcBef>
                <a:spcPct val="0"/>
              </a:spcBef>
              <a:buNone/>
              <a:defRPr kumimoji="0" lang="zh-CN" altLang="en-US" sz="3200" b="1" i="0" u="none" strike="noStrike" kern="1200" cap="none" spc="0" normalizeH="0" baseline="0" noProof="1" smtClean="0">
                <a:solidFill>
                  <a:schemeClr val="bg1"/>
                </a:solidFill>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en-US" noProof="1"/>
          </a:p>
        </p:txBody>
      </p:sp>
      <p:sp>
        <p:nvSpPr>
          <p:cNvPr id="3" name="日期占位符 1"/>
          <p:cNvSpPr>
            <a:spLocks noGrp="1"/>
          </p:cNvSpPr>
          <p:nvPr>
            <p:ph type="dt" sz="half" idx="10"/>
          </p:nvPr>
        </p:nvSpPr>
        <p:spPr>
          <a:xfrm>
            <a:off x="611717" y="6242050"/>
            <a:ext cx="2842683" cy="477838"/>
          </a:xfrm>
        </p:spPr>
        <p:txBody>
          <a:bodyPr/>
          <a:lstStyle>
            <a:lvl1pPr>
              <a:defRPr noProof="1" dirty="0">
                <a:sym typeface="Arial" panose="020B0604020202020204" charset="-94"/>
              </a:defRPr>
            </a:lvl1pPr>
          </a:lstStyle>
          <a:p>
            <a:pPr fontAlgn="base">
              <a:spcBef>
                <a:spcPct val="0"/>
              </a:spcBef>
              <a:spcAft>
                <a:spcPct val="0"/>
              </a:spcAft>
              <a:buFont typeface="Arial" panose="020B0604020202020204" pitchFamily="34" charset="0"/>
              <a:buNone/>
            </a:pPr>
            <a:endParaRPr lang="zh-CN" altLang="en-US">
              <a:solidFill>
                <a:prstClr val="black"/>
              </a:solidFill>
            </a:endParaRPr>
          </a:p>
        </p:txBody>
      </p:sp>
      <p:sp>
        <p:nvSpPr>
          <p:cNvPr id="5" name="页脚占位符 2"/>
          <p:cNvSpPr>
            <a:spLocks noGrp="1"/>
          </p:cNvSpPr>
          <p:nvPr>
            <p:ph type="ftr" sz="quarter" idx="11"/>
          </p:nvPr>
        </p:nvSpPr>
        <p:spPr>
          <a:xfrm>
            <a:off x="4167718" y="6242050"/>
            <a:ext cx="3856567" cy="477838"/>
          </a:xfrm>
        </p:spPr>
        <p:txBody>
          <a:bodyPr/>
          <a:lstStyle>
            <a:lvl1pPr>
              <a:defRPr noProof="1" dirty="0">
                <a:latin typeface="Arial" panose="020B0604020202020204" charset="-94"/>
                <a:ea typeface="宋体" panose="02010600030101010101" pitchFamily="2" charset="-122"/>
                <a:cs typeface="+mn-ea"/>
                <a:sym typeface="Arial" panose="020B0604020202020204" charset="-94"/>
              </a:defRPr>
            </a:lvl1pPr>
          </a:lstStyle>
          <a:p>
            <a:pPr fontAlgn="base">
              <a:spcBef>
                <a:spcPct val="0"/>
              </a:spcBef>
              <a:spcAft>
                <a:spcPct val="0"/>
              </a:spcAft>
              <a:buFont typeface="Arial" panose="020B0604020202020204" pitchFamily="34" charset="0"/>
              <a:buNone/>
            </a:pPr>
            <a:r>
              <a:rPr lang="en-US" altLang="x-none">
                <a:solidFill>
                  <a:prstClr val="black"/>
                </a:solidFill>
              </a:rPr>
              <a:t>www.supcon.com</a:t>
            </a:r>
            <a:endParaRPr lang="en-US" altLang="x-none">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6"/>
          <p:cNvSpPr txBox="1"/>
          <p:nvPr userDrawn="1"/>
        </p:nvSpPr>
        <p:spPr>
          <a:xfrm>
            <a:off x="1200151" y="3860800"/>
            <a:ext cx="3219151" cy="420884"/>
          </a:xfrm>
          <a:prstGeom prst="rect">
            <a:avLst/>
          </a:prstGeom>
          <a:noFill/>
          <a:ln w="9525">
            <a:noFill/>
          </a:ln>
        </p:spPr>
        <p:txBody>
          <a:bodyPr wrap="none">
            <a:spAutoFit/>
          </a:bodyPr>
          <a:lstStyle/>
          <a:p>
            <a:pPr fontAlgn="base">
              <a:spcBef>
                <a:spcPct val="0"/>
              </a:spcBef>
              <a:spcAft>
                <a:spcPct val="0"/>
              </a:spcAft>
              <a:buFont typeface="Arial" panose="020B0604020202020204" pitchFamily="34" charset="0"/>
              <a:buNone/>
            </a:pPr>
            <a:r>
              <a:rPr lang="zh-CN" altLang="en-US" sz="2135" b="1" noProof="1">
                <a:solidFill>
                  <a:prstClr val="white"/>
                </a:solidFill>
                <a:latin typeface="微软雅黑" panose="020B0503020204020204" charset="-122"/>
                <a:ea typeface="微软雅黑" panose="020B0503020204020204" charset="-122"/>
                <a:cs typeface="+mn-ea"/>
              </a:rPr>
              <a:t>勤于业 · 安于信 · 暖于心</a:t>
            </a:r>
            <a:endParaRPr lang="zh-CN" altLang="en-US" sz="2135" b="1" noProof="1">
              <a:solidFill>
                <a:prstClr val="white"/>
              </a:solidFill>
              <a:latin typeface="微软雅黑" panose="020B0503020204020204" charset="-122"/>
              <a:ea typeface="微软雅黑" panose="020B0503020204020204" charset="-122"/>
            </a:endParaRPr>
          </a:p>
        </p:txBody>
      </p:sp>
      <p:pic>
        <p:nvPicPr>
          <p:cNvPr id="6" name="图片 7" descr="614646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925985" y="785814"/>
            <a:ext cx="2389716"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8" descr="1646464641"/>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250767" y="6186489"/>
            <a:ext cx="35814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9" descr="164646"/>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925985" y="1"/>
            <a:ext cx="2389716"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descr="Backup_of_ppt-模板-x"/>
          <p:cNvPicPr>
            <a:picLocks noChangeAspect="1"/>
          </p:cNvPicPr>
          <p:nvPr userDrawn="1"/>
        </p:nvPicPr>
        <p:blipFill rotWithShape="1">
          <a:blip r:embed="rId6" cstate="print"/>
          <a:srcRect r="15522"/>
          <a:stretch>
            <a:fillRect/>
          </a:stretch>
        </p:blipFill>
        <p:spPr>
          <a:xfrm>
            <a:off x="8925984" y="3241675"/>
            <a:ext cx="2387600" cy="1192213"/>
          </a:xfrm>
          <a:prstGeom prst="rect">
            <a:avLst/>
          </a:prstGeom>
          <a:solidFill>
            <a:schemeClr val="lt1"/>
          </a:solidFill>
        </p:spPr>
      </p:pic>
      <p:pic>
        <p:nvPicPr>
          <p:cNvPr id="10" name="图片 10"/>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8925984" y="785814"/>
            <a:ext cx="2396067"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2"/>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8925984" y="2012951"/>
            <a:ext cx="2387600"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430953" y="765176"/>
            <a:ext cx="8060267" cy="1618615"/>
          </a:xfrm>
        </p:spPr>
        <p:txBody>
          <a:bodyPr anchor="b"/>
          <a:lstStyle>
            <a:lvl1pPr algn="ctr">
              <a:defRPr kumimoji="0" lang="en-US" altLang="zh-CN" sz="9325" b="1" i="0" u="none" strike="noStrike" kern="1200" cap="none" spc="0" normalizeH="0" baseline="0" noProof="1">
                <a:solidFill>
                  <a:schemeClr val="bg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ea"/>
                <a:sym typeface="+mn-ea"/>
              </a:defRPr>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430954" y="2493011"/>
            <a:ext cx="8076353" cy="1655445"/>
          </a:xfrm>
        </p:spPr>
        <p:txBody>
          <a:bodyPr/>
          <a:lstStyle>
            <a:lvl1pPr marL="0" indent="0" algn="ctr">
              <a:buNone/>
              <a:defRPr kumimoji="0" lang="en-US" altLang="zh-CN" sz="4525" b="1" i="0" u="none" strike="noStrike" kern="1200" cap="none" spc="0" normalizeH="0" baseline="0" noProof="1">
                <a:solidFill>
                  <a:schemeClr val="bg1"/>
                </a:solidFill>
                <a:effectLst>
                  <a:outerShdw blurRad="38100" dist="19050" dir="2700000" algn="tl" rotWithShape="0">
                    <a:schemeClr val="dk1">
                      <a:alpha val="40000"/>
                    </a:schemeClr>
                  </a:outerShdw>
                </a:effectLst>
                <a:latin typeface="黑体" panose="02010609060101010101" pitchFamily="49" charset="-122"/>
                <a:ea typeface="黑体" panose="02010609060101010101" pitchFamily="49" charset="-122"/>
                <a:cs typeface="+mj-cs"/>
                <a:sym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3_空白">
    <p:bg bwMode="auto">
      <p:bgPr>
        <a:solidFill>
          <a:srgbClr val="F2F2F2"/>
        </a:solidFill>
        <a:effectLst/>
      </p:bgPr>
    </p:bg>
    <p:spTree>
      <p:nvGrpSpPr>
        <p:cNvPr id="1" name=""/>
        <p:cNvGrpSpPr/>
        <p:nvPr/>
      </p:nvGrpSpPr>
      <p:grpSpPr>
        <a:xfrm>
          <a:off x="0" y="0"/>
          <a:ext cx="0" cy="0"/>
          <a:chOff x="0" y="0"/>
          <a:chExt cx="0" cy="0"/>
        </a:xfrm>
      </p:grpSpPr>
      <p:pic>
        <p:nvPicPr>
          <p:cNvPr id="3" name="图片 7"/>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76267" y="296863"/>
            <a:ext cx="2904067"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101657" y="84874"/>
            <a:ext cx="11988683" cy="633077"/>
            <a:chOff x="90050" y="6756597"/>
            <a:chExt cx="10619662" cy="664584"/>
          </a:xfrm>
        </p:grpSpPr>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rcRect l="834" t="89772" r="26624" b="997"/>
            <a:stretch>
              <a:fillRect/>
            </a:stretch>
          </p:blipFill>
          <p:spPr>
            <a:xfrm>
              <a:off x="90050" y="6756598"/>
              <a:ext cx="7834421" cy="664583"/>
            </a:xfrm>
            <a:custGeom>
              <a:avLst/>
              <a:gdLst>
                <a:gd name="connsiteX0" fmla="*/ 0 w 7834421"/>
                <a:gd name="connsiteY0" fmla="*/ 0 h 664583"/>
                <a:gd name="connsiteX1" fmla="*/ 7834421 w 7834421"/>
                <a:gd name="connsiteY1" fmla="*/ 0 h 664583"/>
                <a:gd name="connsiteX2" fmla="*/ 7316312 w 7834421"/>
                <a:gd name="connsiteY2" fmla="*/ 664583 h 664583"/>
                <a:gd name="connsiteX3" fmla="*/ 0 w 7834421"/>
                <a:gd name="connsiteY3" fmla="*/ 664583 h 664583"/>
              </a:gdLst>
              <a:ahLst/>
              <a:cxnLst>
                <a:cxn ang="0">
                  <a:pos x="connsiteX0" y="connsiteY0"/>
                </a:cxn>
                <a:cxn ang="0">
                  <a:pos x="connsiteX1" y="connsiteY1"/>
                </a:cxn>
                <a:cxn ang="0">
                  <a:pos x="connsiteX2" y="connsiteY2"/>
                </a:cxn>
                <a:cxn ang="0">
                  <a:pos x="connsiteX3" y="connsiteY3"/>
                </a:cxn>
              </a:cxnLst>
              <a:rect l="l" t="t" r="r" b="b"/>
              <a:pathLst>
                <a:path w="7834421" h="664583">
                  <a:moveTo>
                    <a:pt x="0" y="0"/>
                  </a:moveTo>
                  <a:lnTo>
                    <a:pt x="7834421" y="0"/>
                  </a:lnTo>
                  <a:lnTo>
                    <a:pt x="7316312" y="664583"/>
                  </a:lnTo>
                  <a:lnTo>
                    <a:pt x="0" y="664583"/>
                  </a:lnTo>
                  <a:close/>
                </a:path>
              </a:pathLst>
            </a:custGeom>
          </p:spPr>
        </p:pic>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rcRect l="70375" t="89772" r="834" b="997"/>
            <a:stretch>
              <a:fillRect/>
            </a:stretch>
          </p:blipFill>
          <p:spPr>
            <a:xfrm>
              <a:off x="7600300" y="6756597"/>
              <a:ext cx="3109412" cy="664584"/>
            </a:xfrm>
            <a:custGeom>
              <a:avLst/>
              <a:gdLst>
                <a:gd name="connsiteX0" fmla="*/ 494216 w 3109412"/>
                <a:gd name="connsiteY0" fmla="*/ 0 h 664584"/>
                <a:gd name="connsiteX1" fmla="*/ 3109412 w 3109412"/>
                <a:gd name="connsiteY1" fmla="*/ 0 h 664584"/>
                <a:gd name="connsiteX2" fmla="*/ 3109412 w 3109412"/>
                <a:gd name="connsiteY2" fmla="*/ 664584 h 664584"/>
                <a:gd name="connsiteX3" fmla="*/ 0 w 3109412"/>
                <a:gd name="connsiteY3" fmla="*/ 664584 h 664584"/>
              </a:gdLst>
              <a:ahLst/>
              <a:cxnLst>
                <a:cxn ang="0">
                  <a:pos x="connsiteX0" y="connsiteY0"/>
                </a:cxn>
                <a:cxn ang="0">
                  <a:pos x="connsiteX1" y="connsiteY1"/>
                </a:cxn>
                <a:cxn ang="0">
                  <a:pos x="connsiteX2" y="connsiteY2"/>
                </a:cxn>
                <a:cxn ang="0">
                  <a:pos x="connsiteX3" y="connsiteY3"/>
                </a:cxn>
              </a:cxnLst>
              <a:rect l="l" t="t" r="r" b="b"/>
              <a:pathLst>
                <a:path w="3109412" h="664584">
                  <a:moveTo>
                    <a:pt x="494216" y="0"/>
                  </a:moveTo>
                  <a:lnTo>
                    <a:pt x="3109412" y="0"/>
                  </a:lnTo>
                  <a:lnTo>
                    <a:pt x="3109412" y="664584"/>
                  </a:lnTo>
                  <a:lnTo>
                    <a:pt x="0" y="664584"/>
                  </a:lnTo>
                  <a:close/>
                </a:path>
              </a:pathLst>
            </a:custGeom>
          </p:spPr>
        </p:pic>
      </p:grpSp>
      <p:sp>
        <p:nvSpPr>
          <p:cNvPr id="10" name="标题 9"/>
          <p:cNvSpPr>
            <a:spLocks noGrp="1"/>
          </p:cNvSpPr>
          <p:nvPr>
            <p:ph type="title"/>
          </p:nvPr>
        </p:nvSpPr>
        <p:spPr>
          <a:xfrm>
            <a:off x="244939" y="114828"/>
            <a:ext cx="6850495" cy="616055"/>
          </a:xfrm>
        </p:spPr>
        <p:txBody>
          <a:bodyPr>
            <a:normAutofit/>
          </a:bodyPr>
          <a:lstStyle>
            <a:lvl1pPr>
              <a:defRPr sz="2290">
                <a:solidFill>
                  <a:schemeClr val="bg1"/>
                </a:solidFill>
              </a:defRPr>
            </a:lvl1pPr>
          </a:lstStyle>
          <a:p>
            <a:r>
              <a:rPr lang="zh-CN" altLang="en-US" noProof="1"/>
              <a:t>单击此处编辑母版标题样式</a:t>
            </a:r>
            <a:endParaRPr lang="zh-CN" altLang="en-US"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44_空白">
    <p:bg bwMode="auto">
      <p:bgPr>
        <a:solidFill>
          <a:srgbClr val="F2F2F2"/>
        </a:solidFill>
        <a:effectLst/>
      </p:bgPr>
    </p:bg>
    <p:spTree>
      <p:nvGrpSpPr>
        <p:cNvPr id="1" name=""/>
        <p:cNvGrpSpPr/>
        <p:nvPr/>
      </p:nvGrpSpPr>
      <p:grpSpPr>
        <a:xfrm>
          <a:off x="0" y="0"/>
          <a:ext cx="0" cy="0"/>
          <a:chOff x="0" y="0"/>
          <a:chExt cx="0" cy="0"/>
        </a:xfrm>
      </p:grpSpPr>
      <p:pic>
        <p:nvPicPr>
          <p:cNvPr id="3" name="图片 7"/>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76267" y="296863"/>
            <a:ext cx="2904067"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101657" y="84874"/>
            <a:ext cx="11988683" cy="633077"/>
            <a:chOff x="90050" y="6756597"/>
            <a:chExt cx="10619662" cy="664584"/>
          </a:xfrm>
        </p:grpSpPr>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rcRect l="834" t="89772" r="26624" b="997"/>
            <a:stretch>
              <a:fillRect/>
            </a:stretch>
          </p:blipFill>
          <p:spPr>
            <a:xfrm>
              <a:off x="90050" y="6756598"/>
              <a:ext cx="7834421" cy="664583"/>
            </a:xfrm>
            <a:custGeom>
              <a:avLst/>
              <a:gdLst>
                <a:gd name="connsiteX0" fmla="*/ 0 w 7834421"/>
                <a:gd name="connsiteY0" fmla="*/ 0 h 664583"/>
                <a:gd name="connsiteX1" fmla="*/ 7834421 w 7834421"/>
                <a:gd name="connsiteY1" fmla="*/ 0 h 664583"/>
                <a:gd name="connsiteX2" fmla="*/ 7316312 w 7834421"/>
                <a:gd name="connsiteY2" fmla="*/ 664583 h 664583"/>
                <a:gd name="connsiteX3" fmla="*/ 0 w 7834421"/>
                <a:gd name="connsiteY3" fmla="*/ 664583 h 664583"/>
              </a:gdLst>
              <a:ahLst/>
              <a:cxnLst>
                <a:cxn ang="0">
                  <a:pos x="connsiteX0" y="connsiteY0"/>
                </a:cxn>
                <a:cxn ang="0">
                  <a:pos x="connsiteX1" y="connsiteY1"/>
                </a:cxn>
                <a:cxn ang="0">
                  <a:pos x="connsiteX2" y="connsiteY2"/>
                </a:cxn>
                <a:cxn ang="0">
                  <a:pos x="connsiteX3" y="connsiteY3"/>
                </a:cxn>
              </a:cxnLst>
              <a:rect l="l" t="t" r="r" b="b"/>
              <a:pathLst>
                <a:path w="7834421" h="664583">
                  <a:moveTo>
                    <a:pt x="0" y="0"/>
                  </a:moveTo>
                  <a:lnTo>
                    <a:pt x="7834421" y="0"/>
                  </a:lnTo>
                  <a:lnTo>
                    <a:pt x="7316312" y="664583"/>
                  </a:lnTo>
                  <a:lnTo>
                    <a:pt x="0" y="664583"/>
                  </a:lnTo>
                  <a:close/>
                </a:path>
              </a:pathLst>
            </a:custGeom>
          </p:spPr>
        </p:pic>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rcRect l="70375" t="89772" r="834" b="997"/>
            <a:stretch>
              <a:fillRect/>
            </a:stretch>
          </p:blipFill>
          <p:spPr>
            <a:xfrm>
              <a:off x="7600300" y="6756597"/>
              <a:ext cx="3109412" cy="664584"/>
            </a:xfrm>
            <a:custGeom>
              <a:avLst/>
              <a:gdLst>
                <a:gd name="connsiteX0" fmla="*/ 494216 w 3109412"/>
                <a:gd name="connsiteY0" fmla="*/ 0 h 664584"/>
                <a:gd name="connsiteX1" fmla="*/ 3109412 w 3109412"/>
                <a:gd name="connsiteY1" fmla="*/ 0 h 664584"/>
                <a:gd name="connsiteX2" fmla="*/ 3109412 w 3109412"/>
                <a:gd name="connsiteY2" fmla="*/ 664584 h 664584"/>
                <a:gd name="connsiteX3" fmla="*/ 0 w 3109412"/>
                <a:gd name="connsiteY3" fmla="*/ 664584 h 664584"/>
              </a:gdLst>
              <a:ahLst/>
              <a:cxnLst>
                <a:cxn ang="0">
                  <a:pos x="connsiteX0" y="connsiteY0"/>
                </a:cxn>
                <a:cxn ang="0">
                  <a:pos x="connsiteX1" y="connsiteY1"/>
                </a:cxn>
                <a:cxn ang="0">
                  <a:pos x="connsiteX2" y="connsiteY2"/>
                </a:cxn>
                <a:cxn ang="0">
                  <a:pos x="connsiteX3" y="connsiteY3"/>
                </a:cxn>
              </a:cxnLst>
              <a:rect l="l" t="t" r="r" b="b"/>
              <a:pathLst>
                <a:path w="3109412" h="664584">
                  <a:moveTo>
                    <a:pt x="494216" y="0"/>
                  </a:moveTo>
                  <a:lnTo>
                    <a:pt x="3109412" y="0"/>
                  </a:lnTo>
                  <a:lnTo>
                    <a:pt x="3109412" y="664584"/>
                  </a:lnTo>
                  <a:lnTo>
                    <a:pt x="0" y="664584"/>
                  </a:lnTo>
                  <a:close/>
                </a:path>
              </a:pathLst>
            </a:custGeom>
          </p:spPr>
        </p:pic>
      </p:grpSp>
      <p:sp>
        <p:nvSpPr>
          <p:cNvPr id="10" name="标题 9"/>
          <p:cNvSpPr>
            <a:spLocks noGrp="1"/>
          </p:cNvSpPr>
          <p:nvPr>
            <p:ph type="title"/>
          </p:nvPr>
        </p:nvSpPr>
        <p:spPr>
          <a:xfrm>
            <a:off x="244939" y="114828"/>
            <a:ext cx="6850495" cy="616055"/>
          </a:xfrm>
        </p:spPr>
        <p:txBody>
          <a:bodyPr>
            <a:normAutofit/>
          </a:bodyPr>
          <a:lstStyle>
            <a:lvl1pPr>
              <a:defRPr sz="2290">
                <a:solidFill>
                  <a:schemeClr val="bg1"/>
                </a:solidFill>
              </a:defRPr>
            </a:lvl1pPr>
          </a:lstStyle>
          <a:p>
            <a:r>
              <a:rPr lang="zh-CN" altLang="en-US" noProof="1"/>
              <a:t>单击此处编辑母版标题样式</a:t>
            </a:r>
            <a:endParaRPr lang="zh-CN" altLang="en-US"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cxnSp>
        <p:nvCxnSpPr>
          <p:cNvPr id="2" name="直接连接符 1"/>
          <p:cNvCxnSpPr/>
          <p:nvPr/>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3" name="文本框 5"/>
          <p:cNvSpPr txBox="1">
            <a:spLocks noChangeArrowheads="1"/>
          </p:cNvSpPr>
          <p:nvPr/>
        </p:nvSpPr>
        <p:spPr bwMode="auto">
          <a:xfrm>
            <a:off x="7920567" y="6480176"/>
            <a:ext cx="2944204"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anose="020B0604020202020204" pitchFamily="34" charset="0"/>
              <a:buNone/>
            </a:pPr>
            <a:r>
              <a:rPr lang="en-US" altLang="en-US" sz="1700">
                <a:solidFill>
                  <a:srgbClr val="007CC2"/>
                </a:solidFill>
                <a:latin typeface="Arial" panose="020B0604020202020204" pitchFamily="34" charset="0"/>
                <a:ea typeface="宋体" panose="02010600030101010101" pitchFamily="2" charset="-122"/>
              </a:rPr>
              <a:t>WWW.SUPCONTECH.COM</a:t>
            </a:r>
            <a:endParaRPr lang="en-US" altLang="en-US" sz="1700">
              <a:solidFill>
                <a:srgbClr val="007CC2"/>
              </a:solidFill>
              <a:latin typeface="Arial" panose="020B0604020202020204" pitchFamily="34" charset="0"/>
              <a:ea typeface="宋体" panose="02010600030101010101" pitchFamily="2" charset="-122"/>
            </a:endParaRPr>
          </a:p>
        </p:txBody>
      </p:sp>
      <p:sp>
        <p:nvSpPr>
          <p:cNvPr id="4" name="矩形 12"/>
          <p:cNvSpPr/>
          <p:nvPr/>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sp>
        <p:nvSpPr>
          <p:cNvPr id="5" name="矩形 1"/>
          <p:cNvSpPr/>
          <p:nvPr/>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pic>
        <p:nvPicPr>
          <p:cNvPr id="6" name="图片 1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日期占位符 1"/>
          <p:cNvSpPr>
            <a:spLocks noGrp="1"/>
          </p:cNvSpPr>
          <p:nvPr>
            <p:ph type="dt" sz="half" idx="10"/>
          </p:nvPr>
        </p:nvSpPr>
        <p:spPr>
          <a:xfrm>
            <a:off x="838200" y="6356351"/>
            <a:ext cx="27432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8" name="页脚占位符 2"/>
          <p:cNvSpPr>
            <a:spLocks noGrp="1"/>
          </p:cNvSpPr>
          <p:nvPr>
            <p:ph type="ftr" sz="quarter" idx="11"/>
          </p:nvPr>
        </p:nvSpPr>
        <p:spPr>
          <a:xfrm>
            <a:off x="4038600" y="6356351"/>
            <a:ext cx="41148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9" name="灯片编号占位符 3"/>
          <p:cNvSpPr>
            <a:spLocks noGrp="1"/>
          </p:cNvSpPr>
          <p:nvPr>
            <p:ph type="sldNum" sz="quarter" idx="12"/>
          </p:nvPr>
        </p:nvSpPr>
        <p:spPr>
          <a:xfrm>
            <a:off x="86106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defRPr/>
            </a:pPr>
            <a:fld id="{EFA3F3DC-97D5-4E6A-A949-009849986566}" type="slidenum">
              <a:rPr lang="zh-CN" altLang="en-US">
                <a:solidFill>
                  <a:prstClr val="black"/>
                </a:solidFill>
              </a:rPr>
            </a:fld>
            <a:endParaRPr lang="zh-CN" altLang="en-US">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cxnSp>
        <p:nvCxnSpPr>
          <p:cNvPr id="2" name="直接连接符 1"/>
          <p:cNvCxnSpPr/>
          <p:nvPr/>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3" name="文本框 5"/>
          <p:cNvSpPr txBox="1">
            <a:spLocks noChangeArrowheads="1"/>
          </p:cNvSpPr>
          <p:nvPr/>
        </p:nvSpPr>
        <p:spPr bwMode="auto">
          <a:xfrm>
            <a:off x="7920567" y="6480176"/>
            <a:ext cx="2944204"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buFont typeface="Arial" panose="020B0604020202020204" pitchFamily="34" charset="0"/>
              <a:buNone/>
            </a:pPr>
            <a:r>
              <a:rPr lang="en-US" altLang="en-US" sz="1700">
                <a:solidFill>
                  <a:srgbClr val="007CC2"/>
                </a:solidFill>
                <a:latin typeface="Arial" panose="020B0604020202020204" pitchFamily="34" charset="0"/>
                <a:ea typeface="宋体" panose="02010600030101010101" pitchFamily="2" charset="-122"/>
              </a:rPr>
              <a:t>WWW.SUPCONTECH.COM</a:t>
            </a:r>
            <a:endParaRPr lang="en-US" altLang="en-US" sz="1700">
              <a:solidFill>
                <a:srgbClr val="007CC2"/>
              </a:solidFill>
              <a:latin typeface="Arial" panose="020B0604020202020204" pitchFamily="34" charset="0"/>
              <a:ea typeface="宋体" panose="02010600030101010101" pitchFamily="2" charset="-122"/>
            </a:endParaRPr>
          </a:p>
        </p:txBody>
      </p:sp>
      <p:sp>
        <p:nvSpPr>
          <p:cNvPr id="4" name="矩形 12"/>
          <p:cNvSpPr/>
          <p:nvPr/>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sp>
        <p:nvSpPr>
          <p:cNvPr id="5" name="矩形 1"/>
          <p:cNvSpPr/>
          <p:nvPr/>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0"/>
              </a:spcBef>
              <a:spcAft>
                <a:spcPct val="0"/>
              </a:spcAft>
              <a:buFont typeface="Arial" panose="020B0604020202020204" pitchFamily="34" charset="0"/>
              <a:buNone/>
              <a:defRPr/>
            </a:pPr>
            <a:endParaRPr lang="zh-CN" altLang="en-US" sz="1800" noProof="1">
              <a:solidFill>
                <a:prstClr val="white"/>
              </a:solidFill>
            </a:endParaRPr>
          </a:p>
        </p:txBody>
      </p:sp>
      <p:pic>
        <p:nvPicPr>
          <p:cNvPr id="6" name="图片 1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日期占位符 1"/>
          <p:cNvSpPr>
            <a:spLocks noGrp="1"/>
          </p:cNvSpPr>
          <p:nvPr>
            <p:ph type="dt" sz="half" idx="10"/>
          </p:nvPr>
        </p:nvSpPr>
        <p:spPr>
          <a:xfrm>
            <a:off x="838200" y="6356351"/>
            <a:ext cx="27432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8" name="页脚占位符 2"/>
          <p:cNvSpPr>
            <a:spLocks noGrp="1"/>
          </p:cNvSpPr>
          <p:nvPr>
            <p:ph type="ftr" sz="quarter" idx="11"/>
          </p:nvPr>
        </p:nvSpPr>
        <p:spPr>
          <a:xfrm>
            <a:off x="4038600" y="6356351"/>
            <a:ext cx="4114800" cy="365125"/>
          </a:xfrm>
        </p:spPr>
        <p:txBody>
          <a:bodyPr/>
          <a:lstStyle>
            <a:lvl1pPr>
              <a:defRPr noProof="1"/>
            </a:lvl1pPr>
          </a:lstStyle>
          <a:p>
            <a:pPr fontAlgn="base">
              <a:spcBef>
                <a:spcPct val="0"/>
              </a:spcBef>
              <a:spcAft>
                <a:spcPct val="0"/>
              </a:spcAft>
              <a:buFont typeface="Arial" panose="020B0604020202020204" pitchFamily="34" charset="0"/>
              <a:buNone/>
              <a:defRPr/>
            </a:pPr>
            <a:endParaRPr lang="zh-CN" altLang="en-US">
              <a:solidFill>
                <a:prstClr val="black"/>
              </a:solidFill>
            </a:endParaRPr>
          </a:p>
        </p:txBody>
      </p:sp>
      <p:sp>
        <p:nvSpPr>
          <p:cNvPr id="9" name="灯片编号占位符 3"/>
          <p:cNvSpPr>
            <a:spLocks noGrp="1"/>
          </p:cNvSpPr>
          <p:nvPr>
            <p:ph type="sldNum" sz="quarter" idx="12"/>
          </p:nvPr>
        </p:nvSpPr>
        <p:spPr>
          <a:xfrm>
            <a:off x="8610600" y="6356351"/>
            <a:ext cx="2743200" cy="365125"/>
          </a:xfrm>
        </p:spPr>
        <p:txBody>
          <a:bodyPr/>
          <a:lstStyle>
            <a:lvl1pPr>
              <a:defRPr noProof="1">
                <a:latin typeface="Arial" panose="020B0604020202020204" charset="-94"/>
                <a:ea typeface="宋体" panose="02010600030101010101" pitchFamily="2" charset="-122"/>
                <a:cs typeface="+mn-ea"/>
              </a:defRPr>
            </a:lvl1pPr>
          </a:lstStyle>
          <a:p>
            <a:pPr fontAlgn="base">
              <a:spcBef>
                <a:spcPct val="0"/>
              </a:spcBef>
              <a:spcAft>
                <a:spcPct val="0"/>
              </a:spcAft>
              <a:buFont typeface="Arial" panose="020B0604020202020204" pitchFamily="34" charset="0"/>
              <a:buNone/>
              <a:defRPr/>
            </a:pPr>
            <a:fld id="{0675EAB6-E367-43AD-B1E4-89CE250245C0}" type="slidenum">
              <a:rPr lang="zh-CN" altLang="en-US">
                <a:solidFill>
                  <a:prstClr val="black"/>
                </a:solidFill>
              </a:rPr>
            </a:fld>
            <a:endParaRPr lang="zh-CN" altLang="en-US">
              <a:solidFill>
                <a:prstClr val="black"/>
              </a:solidFill>
              <a:latin typeface="Calibri" panose="020F0502020204030204" pitchFamily="34" charset="0"/>
              <a:ea typeface="宋体" panose="02010600030101010101" pitchFamily="2"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p:txBody>
          <a:bodyPr/>
          <a:lstStyle/>
          <a:p>
            <a:endParaRPr lang="zh-CN" altLang="en-US" noProof="1"/>
          </a:p>
        </p:txBody>
      </p:sp>
      <p:sp>
        <p:nvSpPr>
          <p:cNvPr id="4" name="页脚占位符 4"/>
          <p:cNvSpPr>
            <a:spLocks noGrp="1"/>
          </p:cNvSpPr>
          <p:nvPr>
            <p:ph type="ftr" sz="quarter" idx="10"/>
          </p:nvPr>
        </p:nvSpPr>
        <p:spPr>
          <a:xfrm>
            <a:off x="0" y="0"/>
            <a:ext cx="0" cy="0"/>
          </a:xfrm>
        </p:spPr>
        <p:txBody>
          <a:bodyPr/>
          <a:lstStyle>
            <a:lvl1pPr>
              <a:defRPr noProof="1">
                <a:sym typeface="楷体_GB2312" pitchFamily="1" charset="-122"/>
              </a:defRPr>
            </a:lvl1pPr>
          </a:lstStyle>
          <a:p>
            <a:pPr fontAlgn="base">
              <a:spcBef>
                <a:spcPct val="0"/>
              </a:spcBef>
              <a:spcAft>
                <a:spcPct val="0"/>
              </a:spcAft>
              <a:buFont typeface="Arial" panose="020B0604020202020204" pitchFamily="34" charset="0"/>
              <a:buNone/>
            </a:pPr>
            <a:endParaRPr>
              <a:solidFill>
                <a:prstClr val="black"/>
              </a:solidFill>
              <a:ea typeface="宋体" panose="02010600030101010101" pitchFamily="2" charset="-122"/>
            </a:endParaRPr>
          </a:p>
        </p:txBody>
      </p:sp>
      <p:sp>
        <p:nvSpPr>
          <p:cNvPr id="5" name="灯片编号占位符 5"/>
          <p:cNvSpPr>
            <a:spLocks noGrp="1"/>
          </p:cNvSpPr>
          <p:nvPr>
            <p:ph type="sldNum" sz="quarter" idx="11"/>
          </p:nvPr>
        </p:nvSpPr>
        <p:spPr>
          <a:xfrm>
            <a:off x="0" y="0"/>
            <a:ext cx="0" cy="0"/>
          </a:xfrm>
        </p:spPr>
        <p:txBody>
          <a:bodyPr/>
          <a:lstStyle>
            <a:lvl1pPr>
              <a:defRPr noProof="1">
                <a:sym typeface="Tahoma" panose="020B0604030504040204" pitchFamily="2" charset="0"/>
              </a:defRPr>
            </a:lvl1pPr>
          </a:lstStyle>
          <a:p>
            <a:pPr fontAlgn="base">
              <a:spcBef>
                <a:spcPct val="0"/>
              </a:spcBef>
              <a:spcAft>
                <a:spcPct val="0"/>
              </a:spcAft>
              <a:buFont typeface="Arial" panose="020B0604020202020204" pitchFamily="34" charset="0"/>
              <a:buNone/>
            </a:pPr>
            <a:endParaRPr>
              <a:solidFill>
                <a:prstClr val="black"/>
              </a:solidFill>
              <a:ea typeface="宋体" panose="02010600030101010101" pitchFamily="2" charset="-122"/>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2" Type="http://schemas.openxmlformats.org/officeDocument/2006/relationships/theme" Target="../theme/theme2.xml"/><Relationship Id="rId11" Type="http://schemas.openxmlformats.org/officeDocument/2006/relationships/image" Target="../media/image3.png"/><Relationship Id="rId10" Type="http://schemas.openxmlformats.org/officeDocument/2006/relationships/image" Target="../media/image2.png"/><Relationship Id="rId1"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8.xml"/><Relationship Id="rId8" Type="http://schemas.openxmlformats.org/officeDocument/2006/relationships/slideLayout" Target="../slideLayouts/slideLayout37.xml"/><Relationship Id="rId7" Type="http://schemas.openxmlformats.org/officeDocument/2006/relationships/slideLayout" Target="../slideLayouts/slideLayout36.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 Id="rId3" Type="http://schemas.openxmlformats.org/officeDocument/2006/relationships/slideLayout" Target="../slideLayouts/slideLayout32.xml"/><Relationship Id="rId2" Type="http://schemas.openxmlformats.org/officeDocument/2006/relationships/slideLayout" Target="../slideLayouts/slideLayout31.xml"/><Relationship Id="rId12" Type="http://schemas.openxmlformats.org/officeDocument/2006/relationships/theme" Target="../theme/theme3.xml"/><Relationship Id="rId11" Type="http://schemas.openxmlformats.org/officeDocument/2006/relationships/image" Target="../media/image3.png"/><Relationship Id="rId10" Type="http://schemas.openxmlformats.org/officeDocument/2006/relationships/image" Target="../media/image2.png"/><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cxnSp>
        <p:nvCxnSpPr>
          <p:cNvPr id="8" name="直接连接符 7"/>
          <p:cNvCxnSpPr/>
          <p:nvPr userDrawn="1"/>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11" name="矩形 12"/>
          <p:cNvSpPr/>
          <p:nvPr userDrawn="1"/>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sp>
        <p:nvSpPr>
          <p:cNvPr id="12" name="矩形 1"/>
          <p:cNvSpPr/>
          <p:nvPr userDrawn="1"/>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pic>
        <p:nvPicPr>
          <p:cNvPr id="1029" name="图片 14"/>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图片 15"/>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7945967" y="6469064"/>
            <a:ext cx="3833284"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itle 1"/>
          <p:cNvSpPr>
            <a:spLocks noGrp="1" noChangeArrowheads="1"/>
          </p:cNvSpPr>
          <p:nvPr>
            <p:ph type="title" idx="4294967295"/>
          </p:nvPr>
        </p:nvSpPr>
        <p:spPr bwMode="auto">
          <a:xfrm>
            <a:off x="334434" y="188913"/>
            <a:ext cx="719031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单击此处编辑母版标题样式</a:t>
            </a:r>
            <a:endParaRPr lang="en-US" altLang="en-US"/>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cxnSp>
        <p:nvCxnSpPr>
          <p:cNvPr id="8" name="直接连接符 7"/>
          <p:cNvCxnSpPr/>
          <p:nvPr userDrawn="1"/>
        </p:nvCxnSpPr>
        <p:spPr>
          <a:xfrm>
            <a:off x="302684" y="6381750"/>
            <a:ext cx="11514667" cy="0"/>
          </a:xfrm>
          <a:prstGeom prst="line">
            <a:avLst/>
          </a:prstGeom>
          <a:ln>
            <a:solidFill>
              <a:srgbClr val="007CC2"/>
            </a:solidFill>
          </a:ln>
        </p:spPr>
        <p:style>
          <a:lnRef idx="1">
            <a:schemeClr val="accent1"/>
          </a:lnRef>
          <a:fillRef idx="0">
            <a:schemeClr val="accent1"/>
          </a:fillRef>
          <a:effectRef idx="0">
            <a:schemeClr val="accent1"/>
          </a:effectRef>
          <a:fontRef idx="minor">
            <a:schemeClr val="tx1"/>
          </a:fontRef>
        </p:style>
      </p:cxnSp>
      <p:sp>
        <p:nvSpPr>
          <p:cNvPr id="11" name="矩形 12"/>
          <p:cNvSpPr/>
          <p:nvPr userDrawn="1"/>
        </p:nvSpPr>
        <p:spPr>
          <a:xfrm flipV="1">
            <a:off x="8303684" y="144463"/>
            <a:ext cx="3613149" cy="620712"/>
          </a:xfrm>
          <a:custGeom>
            <a:avLst/>
            <a:gdLst>
              <a:gd name="connsiteX0" fmla="*/ 0 w 3644900"/>
              <a:gd name="connsiteY0" fmla="*/ 0 h 674346"/>
              <a:gd name="connsiteX1" fmla="*/ 3644900 w 3644900"/>
              <a:gd name="connsiteY1" fmla="*/ 0 h 674346"/>
              <a:gd name="connsiteX2" fmla="*/ 3644900 w 3644900"/>
              <a:gd name="connsiteY2" fmla="*/ 674346 h 674346"/>
              <a:gd name="connsiteX3" fmla="*/ 0 w 3644900"/>
              <a:gd name="connsiteY3" fmla="*/ 674346 h 674346"/>
              <a:gd name="connsiteX4" fmla="*/ 0 w 3644900"/>
              <a:gd name="connsiteY4" fmla="*/ 0 h 674346"/>
              <a:gd name="connsiteX0-1" fmla="*/ 0 w 3644900"/>
              <a:gd name="connsiteY0-2" fmla="*/ 0 h 674346"/>
              <a:gd name="connsiteX1-3" fmla="*/ 3644900 w 3644900"/>
              <a:gd name="connsiteY1-4" fmla="*/ 0 h 674346"/>
              <a:gd name="connsiteX2-5" fmla="*/ 3644900 w 3644900"/>
              <a:gd name="connsiteY2-6" fmla="*/ 674346 h 674346"/>
              <a:gd name="connsiteX3-7" fmla="*/ 558800 w 3644900"/>
              <a:gd name="connsiteY3-8" fmla="*/ 674346 h 674346"/>
              <a:gd name="connsiteX4-9" fmla="*/ 0 w 3644900"/>
              <a:gd name="connsiteY4-10" fmla="*/ 0 h 674346"/>
              <a:gd name="connsiteX0-11" fmla="*/ 0 w 3669306"/>
              <a:gd name="connsiteY0-12" fmla="*/ 0 h 674346"/>
              <a:gd name="connsiteX1-13" fmla="*/ 3669306 w 3669306"/>
              <a:gd name="connsiteY1-14" fmla="*/ 0 h 674346"/>
              <a:gd name="connsiteX2-15" fmla="*/ 3669306 w 3669306"/>
              <a:gd name="connsiteY2-16" fmla="*/ 674346 h 674346"/>
              <a:gd name="connsiteX3-17" fmla="*/ 583206 w 3669306"/>
              <a:gd name="connsiteY3-18" fmla="*/ 674346 h 674346"/>
              <a:gd name="connsiteX4-19" fmla="*/ 0 w 3669306"/>
              <a:gd name="connsiteY4-20" fmla="*/ 0 h 674346"/>
              <a:gd name="connsiteX0-21" fmla="*/ 0 w 3669306"/>
              <a:gd name="connsiteY0-22" fmla="*/ 0 h 674346"/>
              <a:gd name="connsiteX1-23" fmla="*/ 3669306 w 3669306"/>
              <a:gd name="connsiteY1-24" fmla="*/ 0 h 674346"/>
              <a:gd name="connsiteX2-25" fmla="*/ 3669306 w 3669306"/>
              <a:gd name="connsiteY2-26" fmla="*/ 674346 h 674346"/>
              <a:gd name="connsiteX3-27" fmla="*/ 596107 w 3669306"/>
              <a:gd name="connsiteY3-28" fmla="*/ 674346 h 674346"/>
              <a:gd name="connsiteX4-29" fmla="*/ 0 w 3669306"/>
              <a:gd name="connsiteY4-30" fmla="*/ 0 h 674346"/>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3669306" h="674346">
                <a:moveTo>
                  <a:pt x="0" y="0"/>
                </a:moveTo>
                <a:lnTo>
                  <a:pt x="3669306" y="0"/>
                </a:lnTo>
                <a:lnTo>
                  <a:pt x="3669306" y="674346"/>
                </a:lnTo>
                <a:lnTo>
                  <a:pt x="596107" y="674346"/>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sp>
        <p:nvSpPr>
          <p:cNvPr id="12" name="矩形 1"/>
          <p:cNvSpPr/>
          <p:nvPr userDrawn="1"/>
        </p:nvSpPr>
        <p:spPr>
          <a:xfrm flipV="1">
            <a:off x="302684" y="144463"/>
            <a:ext cx="8193616" cy="633412"/>
          </a:xfrm>
          <a:custGeom>
            <a:avLst/>
            <a:gdLst>
              <a:gd name="connsiteX0" fmla="*/ 0 w 7984490"/>
              <a:gd name="connsiteY0" fmla="*/ 0 h 643943"/>
              <a:gd name="connsiteX1" fmla="*/ 7984490 w 7984490"/>
              <a:gd name="connsiteY1" fmla="*/ 0 h 643943"/>
              <a:gd name="connsiteX2" fmla="*/ 7984490 w 7984490"/>
              <a:gd name="connsiteY2" fmla="*/ 643943 h 643943"/>
              <a:gd name="connsiteX3" fmla="*/ 0 w 7984490"/>
              <a:gd name="connsiteY3" fmla="*/ 643943 h 643943"/>
              <a:gd name="connsiteX4" fmla="*/ 0 w 7984490"/>
              <a:gd name="connsiteY4" fmla="*/ 0 h 643943"/>
              <a:gd name="connsiteX0-1" fmla="*/ 0 w 7984490"/>
              <a:gd name="connsiteY0-2" fmla="*/ 0 h 643943"/>
              <a:gd name="connsiteX1-3" fmla="*/ 7456456 w 7984490"/>
              <a:gd name="connsiteY1-4" fmla="*/ 0 h 643943"/>
              <a:gd name="connsiteX2-5" fmla="*/ 7984490 w 7984490"/>
              <a:gd name="connsiteY2-6" fmla="*/ 643943 h 643943"/>
              <a:gd name="connsiteX3-7" fmla="*/ 0 w 7984490"/>
              <a:gd name="connsiteY3-8" fmla="*/ 643943 h 643943"/>
              <a:gd name="connsiteX4-9" fmla="*/ 0 w 7984490"/>
              <a:gd name="connsiteY4-10" fmla="*/ 0 h 643943"/>
              <a:gd name="connsiteX0-11" fmla="*/ 0 w 7984490"/>
              <a:gd name="connsiteY0-12" fmla="*/ 0 h 643943"/>
              <a:gd name="connsiteX1-13" fmla="*/ 7367350 w 7984490"/>
              <a:gd name="connsiteY1-14" fmla="*/ 7383 h 643943"/>
              <a:gd name="connsiteX2-15" fmla="*/ 7984490 w 7984490"/>
              <a:gd name="connsiteY2-16" fmla="*/ 643943 h 643943"/>
              <a:gd name="connsiteX3-17" fmla="*/ 0 w 7984490"/>
              <a:gd name="connsiteY3-18" fmla="*/ 643943 h 643943"/>
              <a:gd name="connsiteX4-19" fmla="*/ 0 w 7984490"/>
              <a:gd name="connsiteY4-20" fmla="*/ 0 h 643943"/>
              <a:gd name="connsiteX0-21" fmla="*/ 0 w 7984490"/>
              <a:gd name="connsiteY0-22" fmla="*/ 0 h 643943"/>
              <a:gd name="connsiteX1-23" fmla="*/ 7397052 w 7984490"/>
              <a:gd name="connsiteY1-24" fmla="*/ 14767 h 643943"/>
              <a:gd name="connsiteX2-25" fmla="*/ 7984490 w 7984490"/>
              <a:gd name="connsiteY2-26" fmla="*/ 643943 h 643943"/>
              <a:gd name="connsiteX3-27" fmla="*/ 0 w 7984490"/>
              <a:gd name="connsiteY3-28" fmla="*/ 643943 h 643943"/>
              <a:gd name="connsiteX4-29" fmla="*/ 0 w 7984490"/>
              <a:gd name="connsiteY4-30" fmla="*/ 0 h 643943"/>
            </a:gdLst>
            <a:ahLst/>
            <a:cxnLst>
              <a:cxn ang="0">
                <a:pos x="connsiteX0-21" y="connsiteY0-22"/>
              </a:cxn>
              <a:cxn ang="0">
                <a:pos x="connsiteX1-23" y="connsiteY1-24"/>
              </a:cxn>
              <a:cxn ang="0">
                <a:pos x="connsiteX2-25" y="connsiteY2-26"/>
              </a:cxn>
              <a:cxn ang="0">
                <a:pos x="connsiteX3-27" y="connsiteY3-28"/>
              </a:cxn>
              <a:cxn ang="0">
                <a:pos x="connsiteX4-29" y="connsiteY4-30"/>
              </a:cxn>
            </a:cxnLst>
            <a:rect l="l" t="t" r="r" b="b"/>
            <a:pathLst>
              <a:path w="7984490" h="643943">
                <a:moveTo>
                  <a:pt x="0" y="0"/>
                </a:moveTo>
                <a:lnTo>
                  <a:pt x="7397052" y="14767"/>
                </a:lnTo>
                <a:lnTo>
                  <a:pt x="7984490" y="643943"/>
                </a:lnTo>
                <a:lnTo>
                  <a:pt x="0" y="643943"/>
                </a:lnTo>
                <a:lnTo>
                  <a:pt x="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en-US" sz="1800" noProof="1">
              <a:solidFill>
                <a:prstClr val="white"/>
              </a:solidFill>
            </a:endParaRPr>
          </a:p>
        </p:txBody>
      </p:sp>
      <p:pic>
        <p:nvPicPr>
          <p:cNvPr id="1029" name="图片 14"/>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9065685" y="404813"/>
            <a:ext cx="263736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图片 15"/>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7945967" y="6469064"/>
            <a:ext cx="3833284"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itle 1"/>
          <p:cNvSpPr>
            <a:spLocks noGrp="1" noChangeArrowheads="1"/>
          </p:cNvSpPr>
          <p:nvPr>
            <p:ph type="title" idx="4294967295"/>
          </p:nvPr>
        </p:nvSpPr>
        <p:spPr bwMode="auto">
          <a:xfrm>
            <a:off x="334434" y="188913"/>
            <a:ext cx="719031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单击此处编辑母版标题样式</a:t>
            </a:r>
            <a:endParaRPr lang="en-US" altLang="en-US"/>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2.png"/><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3" descr="C:\Users\wanglina\Desktop\未命名 -1234.jpg"/>
          <p:cNvPicPr>
            <a:picLocks noChangeAspect="1" noChangeArrowheads="1"/>
          </p:cNvPicPr>
          <p:nvPr/>
        </p:nvPicPr>
        <p:blipFill>
          <a:blip r:embed="rId1" cstate="print"/>
          <a:srcRect/>
          <a:stretch>
            <a:fillRect/>
          </a:stretch>
        </p:blipFill>
        <p:spPr bwMode="auto">
          <a:xfrm>
            <a:off x="0" y="0"/>
            <a:ext cx="12192000" cy="571500"/>
          </a:xfrm>
          <a:prstGeom prst="rect">
            <a:avLst/>
          </a:prstGeom>
          <a:noFill/>
        </p:spPr>
      </p:pic>
      <p:pic>
        <p:nvPicPr>
          <p:cNvPr id="52" name="Picture 4" descr="C:\Users\wanglina\Desktop\LOGO.png"/>
          <p:cNvPicPr>
            <a:picLocks noChangeAspect="1" noChangeArrowheads="1"/>
          </p:cNvPicPr>
          <p:nvPr/>
        </p:nvPicPr>
        <p:blipFill>
          <a:blip r:embed="rId2" cstate="print"/>
          <a:srcRect/>
          <a:stretch>
            <a:fillRect/>
          </a:stretch>
        </p:blipFill>
        <p:spPr bwMode="auto">
          <a:xfrm>
            <a:off x="9804400" y="206375"/>
            <a:ext cx="1881188" cy="171450"/>
          </a:xfrm>
          <a:prstGeom prst="rect">
            <a:avLst/>
          </a:prstGeom>
          <a:noFill/>
        </p:spPr>
      </p:pic>
      <p:sp>
        <p:nvSpPr>
          <p:cNvPr id="15" name="文本框 29"/>
          <p:cNvSpPr>
            <a:spLocks noChangeArrowheads="1"/>
          </p:cNvSpPr>
          <p:nvPr/>
        </p:nvSpPr>
        <p:spPr bwMode="auto">
          <a:xfrm>
            <a:off x="89535" y="39370"/>
            <a:ext cx="7430770" cy="49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67999"/>
                    </a:srgbClr>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600" b="1" dirty="0">
                <a:solidFill>
                  <a:prstClr val="white"/>
                </a:solidFill>
                <a:latin typeface="微软雅黑" panose="020B0503020204020204" charset="-122"/>
                <a:ea typeface="微软雅黑" panose="020B0503020204020204" charset="-122"/>
                <a:sym typeface="微软雅黑" panose="020B0503020204020204" charset="-122"/>
              </a:rPr>
              <a:t>一、</a:t>
            </a:r>
            <a:r>
              <a:rPr lang="zh-CN" sz="2600" b="1" dirty="0">
                <a:solidFill>
                  <a:prstClr val="white"/>
                </a:solidFill>
                <a:latin typeface="微软雅黑" panose="020B0503020204020204" charset="-122"/>
                <a:ea typeface="微软雅黑" panose="020B0503020204020204" charset="-122"/>
                <a:sym typeface="微软雅黑" panose="020B0503020204020204" charset="-122"/>
              </a:rPr>
              <a:t>上一阶段工作</a:t>
            </a:r>
            <a:r>
              <a:rPr lang="en-US" altLang="zh-CN" sz="2600" b="1" dirty="0">
                <a:solidFill>
                  <a:prstClr val="white"/>
                </a:solidFill>
                <a:latin typeface="微软雅黑" panose="020B0503020204020204" charset="-122"/>
                <a:ea typeface="微软雅黑" panose="020B0503020204020204" charset="-122"/>
                <a:sym typeface="微软雅黑" panose="020B0503020204020204" charset="-122"/>
              </a:rPr>
              <a:t>Checklist</a:t>
            </a:r>
            <a:endParaRPr lang="en-US" altLang="zh-CN" sz="2600" b="1" dirty="0">
              <a:solidFill>
                <a:prstClr val="white"/>
              </a:solidFill>
              <a:latin typeface="微软雅黑" panose="020B0503020204020204" charset="-122"/>
              <a:ea typeface="微软雅黑" panose="020B0503020204020204" charset="-122"/>
              <a:sym typeface="微软雅黑" panose="020B0503020204020204" charset="-122"/>
            </a:endParaRPr>
          </a:p>
        </p:txBody>
      </p:sp>
      <p:graphicFrame>
        <p:nvGraphicFramePr>
          <p:cNvPr id="6" name="表格 5"/>
          <p:cNvGraphicFramePr>
            <a:graphicFrameLocks noGrp="1"/>
          </p:cNvGraphicFramePr>
          <p:nvPr>
            <p:custDataLst>
              <p:tags r:id="rId3"/>
            </p:custDataLst>
          </p:nvPr>
        </p:nvGraphicFramePr>
        <p:xfrm>
          <a:off x="1905" y="571500"/>
          <a:ext cx="12189460" cy="3180715"/>
        </p:xfrm>
        <a:graphic>
          <a:graphicData uri="http://schemas.openxmlformats.org/drawingml/2006/table">
            <a:tbl>
              <a:tblPr firstRow="1" bandRow="1">
                <a:tableStyleId>{5C22544A-7EE6-4342-B048-85BDC9FD1C3A}</a:tableStyleId>
              </a:tblPr>
              <a:tblGrid>
                <a:gridCol w="572770"/>
                <a:gridCol w="3549015"/>
                <a:gridCol w="1150620"/>
                <a:gridCol w="5690235"/>
                <a:gridCol w="1226820"/>
              </a:tblGrid>
              <a:tr h="518160">
                <a:tc>
                  <a:txBody>
                    <a:bodyPr/>
                    <a:lstStyle/>
                    <a:p>
                      <a:pPr marL="0" lvl="0" indent="0" algn="ctr" defTabSz="914400" rtl="0" eaLnBrk="1" fontAlgn="base" latinLnBrk="0" hangingPunct="1">
                        <a:lnSpc>
                          <a:spcPct val="100000"/>
                        </a:lnSpc>
                        <a:spcBef>
                          <a:spcPct val="0"/>
                        </a:spcBef>
                        <a:buFont typeface="Arial" panose="020B0604020202020204" pitchFamily="34" charset="0"/>
                        <a:buNone/>
                      </a:pPr>
                      <a:r>
                        <a:rPr lang="en-US" altLang="zh-CN" sz="1400" b="1" kern="1200" dirty="0">
                          <a:solidFill>
                            <a:srgbClr val="FFFFFF"/>
                          </a:solidFill>
                          <a:latin typeface="微软雅黑" panose="020B0503020204020204" charset="-122"/>
                          <a:ea typeface="微软雅黑" panose="020B0503020204020204" charset="-122"/>
                          <a:cs typeface="+mn-cs"/>
                        </a:rPr>
                        <a:t>No.</a:t>
                      </a:r>
                      <a:endParaRPr lang="zh-CN" altLang="en-US" sz="1400" b="1" kern="1200" dirty="0">
                        <a:solidFill>
                          <a:srgbClr val="FFFFFF"/>
                        </a:solidFill>
                        <a:latin typeface="微软雅黑" panose="020B0503020204020204" charset="-122"/>
                        <a:ea typeface="微软雅黑" panose="020B0503020204020204" charset="-122"/>
                        <a:cs typeface="+mn-cs"/>
                      </a:endParaRPr>
                    </a:p>
                  </a:txBody>
                  <a:tcPr anchor="ctr"/>
                </a:tc>
                <a:tc>
                  <a:txBody>
                    <a:bodyPr/>
                    <a:lstStyle/>
                    <a:p>
                      <a:pPr marL="0" lvl="0" indent="0" algn="ctr" defTabSz="914400" rtl="0" eaLnBrk="1" fontAlgn="base" latinLnBrk="0" hangingPunct="1">
                        <a:lnSpc>
                          <a:spcPct val="100000"/>
                        </a:lnSpc>
                        <a:spcBef>
                          <a:spcPct val="0"/>
                        </a:spcBef>
                        <a:buFont typeface="Arial" panose="020B0604020202020204" pitchFamily="34" charset="0"/>
                        <a:buNone/>
                      </a:pPr>
                      <a:r>
                        <a:rPr lang="zh-CN" altLang="en-US" sz="1400" b="1" kern="1200" dirty="0">
                          <a:solidFill>
                            <a:srgbClr val="FFFFFF"/>
                          </a:solidFill>
                          <a:latin typeface="微软雅黑" panose="020B0503020204020204" charset="-122"/>
                          <a:ea typeface="微软雅黑" panose="020B0503020204020204" charset="-122"/>
                          <a:cs typeface="+mn-cs"/>
                        </a:rPr>
                        <a:t>工作内容</a:t>
                      </a:r>
                      <a:endParaRPr lang="zh-CN" altLang="en-US" sz="1400" b="1" kern="1200" dirty="0">
                        <a:solidFill>
                          <a:srgbClr val="FFFFFF"/>
                        </a:solidFill>
                        <a:latin typeface="微软雅黑" panose="020B0503020204020204" charset="-122"/>
                        <a:ea typeface="微软雅黑" panose="020B0503020204020204" charset="-122"/>
                        <a:cs typeface="+mn-cs"/>
                      </a:endParaRPr>
                    </a:p>
                  </a:txBody>
                  <a:tcPr anchor="ctr"/>
                </a:tc>
                <a:tc>
                  <a:txBody>
                    <a:bodyPr/>
                    <a:lstStyle/>
                    <a:p>
                      <a:pPr marL="0" lvl="0" indent="0" algn="ctr" defTabSz="914400" rtl="0" eaLnBrk="1" fontAlgn="base" latinLnBrk="0" hangingPunct="1">
                        <a:lnSpc>
                          <a:spcPct val="100000"/>
                        </a:lnSpc>
                        <a:spcBef>
                          <a:spcPct val="0"/>
                        </a:spcBef>
                        <a:buFont typeface="Arial" panose="020B0604020202020204" pitchFamily="34" charset="0"/>
                        <a:buNone/>
                      </a:pPr>
                      <a:r>
                        <a:rPr lang="zh-CN" altLang="en-US" sz="1400" b="1" kern="1200" dirty="0">
                          <a:solidFill>
                            <a:srgbClr val="FFFFFF"/>
                          </a:solidFill>
                          <a:latin typeface="微软雅黑" panose="020B0503020204020204" charset="-122"/>
                          <a:ea typeface="微软雅黑" panose="020B0503020204020204" charset="-122"/>
                          <a:cs typeface="+mn-cs"/>
                          <a:sym typeface="Calibri" panose="020F0502020204030204" pitchFamily="34" charset="0"/>
                        </a:rPr>
                        <a:t>计划完成时间</a:t>
                      </a:r>
                      <a:endParaRPr lang="zh-CN" altLang="en-US" sz="1400" b="1" kern="1200" dirty="0">
                        <a:solidFill>
                          <a:srgbClr val="FFFFFF"/>
                        </a:solidFill>
                        <a:latin typeface="微软雅黑" panose="020B0503020204020204" charset="-122"/>
                        <a:ea typeface="微软雅黑" panose="020B0503020204020204" charset="-122"/>
                        <a:cs typeface="+mn-cs"/>
                        <a:sym typeface="Calibri" panose="020F0502020204030204" pitchFamily="34" charset="0"/>
                      </a:endParaRPr>
                    </a:p>
                  </a:txBody>
                  <a:tcPr anchor="ctr"/>
                </a:tc>
                <a:tc>
                  <a:txBody>
                    <a:bodyPr/>
                    <a:lstStyle/>
                    <a:p>
                      <a:pPr marL="0" lvl="0" indent="0" algn="ctr" defTabSz="914400" rtl="0" eaLnBrk="1" fontAlgn="base" latinLnBrk="0" hangingPunct="1">
                        <a:lnSpc>
                          <a:spcPct val="100000"/>
                        </a:lnSpc>
                        <a:spcBef>
                          <a:spcPct val="0"/>
                        </a:spcBef>
                        <a:buFont typeface="Arial" panose="020B0604020202020204" pitchFamily="34" charset="0"/>
                        <a:buNone/>
                      </a:pPr>
                      <a:r>
                        <a:rPr lang="zh-CN" altLang="en-US" sz="1400" b="1" kern="1200" dirty="0">
                          <a:solidFill>
                            <a:srgbClr val="FFFFFF"/>
                          </a:solidFill>
                          <a:latin typeface="微软雅黑" panose="020B0503020204020204" charset="-122"/>
                          <a:ea typeface="微软雅黑" panose="020B0503020204020204" charset="-122"/>
                          <a:cs typeface="+mn-cs"/>
                        </a:rPr>
                        <a:t>已开展的具体工作</a:t>
                      </a:r>
                      <a:endParaRPr lang="zh-CN" altLang="en-US" sz="1400" b="1" kern="1200" dirty="0">
                        <a:solidFill>
                          <a:srgbClr val="FFFFFF"/>
                        </a:solidFill>
                        <a:latin typeface="微软雅黑" panose="020B0503020204020204" charset="-122"/>
                        <a:ea typeface="微软雅黑" panose="020B0503020204020204" charset="-122"/>
                        <a:cs typeface="+mn-cs"/>
                        <a:sym typeface="Calibri" panose="020F0502020204030204" pitchFamily="34" charset="0"/>
                      </a:endParaRPr>
                    </a:p>
                  </a:txBody>
                  <a:tcPr anchor="ctr"/>
                </a:tc>
                <a:tc>
                  <a:txBody>
                    <a:bodyPr/>
                    <a:lstStyle/>
                    <a:p>
                      <a:pPr marL="0" lvl="0" indent="0" algn="ctr" defTabSz="914400" rtl="0" eaLnBrk="1" fontAlgn="base" latinLnBrk="0" hangingPunct="1">
                        <a:lnSpc>
                          <a:spcPct val="100000"/>
                        </a:lnSpc>
                        <a:spcBef>
                          <a:spcPct val="0"/>
                        </a:spcBef>
                        <a:buFont typeface="Arial" panose="020B0604020202020204" pitchFamily="34" charset="0"/>
                        <a:buNone/>
                      </a:pPr>
                      <a:r>
                        <a:rPr lang="zh-CN" altLang="en-US" sz="1400" b="1" kern="1200" dirty="0">
                          <a:solidFill>
                            <a:srgbClr val="FFFFFF"/>
                          </a:solidFill>
                          <a:latin typeface="微软雅黑" panose="020B0503020204020204" charset="-122"/>
                          <a:ea typeface="微软雅黑" panose="020B0503020204020204" charset="-122"/>
                          <a:cs typeface="+mn-cs"/>
                        </a:rPr>
                        <a:t>状态</a:t>
                      </a:r>
                      <a:endParaRPr lang="zh-CN" altLang="en-US" sz="1400" b="1" kern="1200" dirty="0">
                        <a:solidFill>
                          <a:srgbClr val="FFFFFF"/>
                        </a:solidFill>
                        <a:latin typeface="微软雅黑" panose="020B0503020204020204" charset="-122"/>
                        <a:ea typeface="微软雅黑" panose="020B0503020204020204" charset="-122"/>
                        <a:cs typeface="+mn-cs"/>
                      </a:endParaRPr>
                    </a:p>
                  </a:txBody>
                  <a:tcPr anchor="ctr"/>
                </a:tc>
              </a:tr>
              <a:tr h="304800">
                <a:tc>
                  <a:txBody>
                    <a:bodyPr/>
                    <a:lstStyle/>
                    <a:p>
                      <a:pPr algn="ctr"/>
                      <a:endParaRPr lang="zh-CN" altLang="en-US" sz="1400" dirty="0">
                        <a:latin typeface="微软雅黑" panose="020B0503020204020204" charset="-122"/>
                        <a:ea typeface="微软雅黑" panose="020B0503020204020204" charset="-122"/>
                      </a:endParaRPr>
                    </a:p>
                  </a:txBody>
                  <a:tcPr anchor="ctr">
                    <a:solidFill>
                      <a:srgbClr val="5B9BD5"/>
                    </a:solidFill>
                  </a:tcPr>
                </a:tc>
                <a:tc gridSpan="4">
                  <a:txBody>
                    <a:bodyPr/>
                    <a:lstStyle/>
                    <a:p>
                      <a:pPr algn="just"/>
                      <a:r>
                        <a:rPr lang="zh-CN" altLang="en-US" sz="1400" b="1" dirty="0">
                          <a:latin typeface="微软雅黑" panose="020B0503020204020204" charset="-122"/>
                          <a:ea typeface="微软雅黑" panose="020B0503020204020204" charset="-122"/>
                        </a:rPr>
                        <a:t>主体工作</a:t>
                      </a:r>
                      <a:endParaRPr lang="zh-CN" altLang="en-US" sz="1400" b="1" dirty="0">
                        <a:latin typeface="微软雅黑" panose="020B0503020204020204" charset="-122"/>
                        <a:ea typeface="微软雅黑" panose="020B0503020204020204" charset="-122"/>
                      </a:endParaRPr>
                    </a:p>
                  </a:txBody>
                  <a:tcPr anchor="ctr">
                    <a:solidFill>
                      <a:srgbClr val="5B9BD5"/>
                    </a:solidFill>
                  </a:tcPr>
                </a:tc>
                <a:tc hMerge="1">
                  <a:tcPr/>
                </a:tc>
                <a:tc hMerge="1">
                  <a:tcPr/>
                </a:tc>
                <a:tc hMerge="1">
                  <a:tcPr anchor="ctr">
                    <a:solidFill>
                      <a:srgbClr val="5B9BD5"/>
                    </a:solidFill>
                  </a:tcPr>
                </a:tc>
              </a:tr>
            </a:tbl>
          </a:graphicData>
        </a:graphic>
      </p:graphicFrame>
      <p:graphicFrame>
        <p:nvGraphicFramePr>
          <p:cNvPr id="2" name="表格 1"/>
          <p:cNvGraphicFramePr>
            <a:graphicFrameLocks noGrp="1"/>
          </p:cNvGraphicFramePr>
          <p:nvPr>
            <p:custDataLst>
              <p:tags r:id="rId4"/>
            </p:custDataLst>
          </p:nvPr>
        </p:nvGraphicFramePr>
        <p:xfrm>
          <a:off x="1905" y="1376680"/>
          <a:ext cx="12189460" cy="5703570"/>
        </p:xfrm>
        <a:graphic>
          <a:graphicData uri="http://schemas.openxmlformats.org/drawingml/2006/table">
            <a:tbl>
              <a:tblPr firstRow="1" bandRow="1">
                <a:tableStyleId>{5C22544A-7EE6-4342-B048-85BDC9FD1C3A}</a:tableStyleId>
              </a:tblPr>
              <a:tblGrid>
                <a:gridCol w="572770"/>
                <a:gridCol w="3549650"/>
                <a:gridCol w="1150620"/>
                <a:gridCol w="5715635"/>
                <a:gridCol w="1200785"/>
              </a:tblGrid>
              <a:tr h="5703570">
                <a:tc>
                  <a:txBody>
                    <a:bodyPr/>
                    <a:p>
                      <a:pPr marL="0" lvl="0" indent="0" algn="ctr">
                        <a:lnSpc>
                          <a:spcPct val="100000"/>
                        </a:lnSpc>
                        <a:spcBef>
                          <a:spcPct val="0"/>
                        </a:spcBef>
                        <a:buFont typeface="Arial" panose="020B0604020202020204" pitchFamily="34" charset="0"/>
                        <a:buNone/>
                      </a:pPr>
                      <a:r>
                        <a:rPr lang="en-US" altLang="zh-CN" sz="1400" b="0" dirty="0">
                          <a:solidFill>
                            <a:srgbClr val="000000"/>
                          </a:solidFill>
                          <a:latin typeface="微软雅黑" panose="020B0503020204020204" charset="-122"/>
                          <a:ea typeface="微软雅黑" panose="020B0503020204020204" charset="-122"/>
                          <a:sym typeface="微软雅黑" panose="020B0503020204020204" charset="-122"/>
                        </a:rPr>
                        <a:t>1.</a:t>
                      </a:r>
                      <a:endParaRPr lang="en-US" altLang="zh-CN" sz="1400" b="0" dirty="0">
                        <a:solidFill>
                          <a:srgbClr val="000000"/>
                        </a:solidFill>
                        <a:latin typeface="微软雅黑" panose="020B0503020204020204" charset="-122"/>
                        <a:ea typeface="微软雅黑" panose="020B0503020204020204" charset="-122"/>
                        <a:sym typeface="微软雅黑" panose="020B0503020204020204" charset="-122"/>
                      </a:endParaRPr>
                    </a:p>
                  </a:txBody>
                  <a:tcPr marT="47524" marB="47524" anchor="ctr"/>
                </a:tc>
                <a:tc>
                  <a:txBody>
                    <a:bodyPr/>
                    <a:p>
                      <a:pPr marL="0" lvl="0" indent="0" algn="l">
                        <a:lnSpc>
                          <a:spcPct val="100000"/>
                        </a:lnSpc>
                        <a:spcBef>
                          <a:spcPct val="0"/>
                        </a:spcBef>
                        <a:buFont typeface="Arial" panose="020B0604020202020204" pitchFamily="34" charset="0"/>
                        <a:buNone/>
                      </a:pPr>
                      <a:endParaRPr lang="zh-CN" altLang="en-US" sz="1400" b="0" dirty="0">
                        <a:solidFill>
                          <a:srgbClr val="000000"/>
                        </a:solidFill>
                        <a:latin typeface="微软雅黑" panose="020B0503020204020204" charset="-122"/>
                        <a:ea typeface="微软雅黑" panose="020B0503020204020204" charset="-122"/>
                        <a:sym typeface="微软雅黑" panose="020B0503020204020204" charset="-122"/>
                      </a:endParaRPr>
                    </a:p>
                    <a:p>
                      <a:pPr marL="0" lvl="0" indent="0" algn="l">
                        <a:lnSpc>
                          <a:spcPct val="100000"/>
                        </a:lnSpc>
                        <a:spcBef>
                          <a:spcPct val="0"/>
                        </a:spcBef>
                        <a:buFont typeface="Arial" panose="020B0604020202020204" pitchFamily="34" charset="0"/>
                        <a:buNone/>
                      </a:pPr>
                      <a:r>
                        <a:rPr lang="en-US" altLang="zh-CN" sz="1400" b="0" dirty="0">
                          <a:solidFill>
                            <a:srgbClr val="000000"/>
                          </a:solidFill>
                          <a:latin typeface="微软雅黑" panose="020B0503020204020204" charset="-122"/>
                          <a:ea typeface="微软雅黑" panose="020B0503020204020204" charset="-122"/>
                          <a:sym typeface="微软雅黑" panose="020B0503020204020204" charset="-122"/>
                        </a:rPr>
                        <a:t>TPT</a:t>
                      </a:r>
                      <a:endParaRPr lang="zh-CN" altLang="en-US" sz="1400" b="0" dirty="0">
                        <a:solidFill>
                          <a:srgbClr val="000000"/>
                        </a:solidFill>
                        <a:latin typeface="微软雅黑" panose="020B0503020204020204" charset="-122"/>
                        <a:ea typeface="微软雅黑" panose="020B0503020204020204" charset="-122"/>
                        <a:sym typeface="微软雅黑" panose="020B0503020204020204" charset="-122"/>
                      </a:endParaRPr>
                    </a:p>
                    <a:p>
                      <a:pPr marL="0" lvl="0" indent="0" algn="l">
                        <a:lnSpc>
                          <a:spcPct val="100000"/>
                        </a:lnSpc>
                        <a:spcBef>
                          <a:spcPct val="0"/>
                        </a:spcBef>
                        <a:buFont typeface="Arial" panose="020B0604020202020204" pitchFamily="34" charset="0"/>
                        <a:buNone/>
                      </a:pPr>
                      <a:endParaRPr lang="zh-CN" altLang="en-US" sz="1400" b="0" i="1" dirty="0">
                        <a:solidFill>
                          <a:srgbClr val="000000"/>
                        </a:solidFill>
                        <a:latin typeface="微软雅黑" panose="020B0503020204020204" charset="-122"/>
                        <a:ea typeface="微软雅黑" panose="020B0503020204020204" charset="-122"/>
                        <a:sym typeface="微软雅黑" panose="020B0503020204020204" charset="-122"/>
                      </a:endParaRPr>
                    </a:p>
                  </a:txBody>
                  <a:tcPr marT="47524" marB="47524" anchor="ctr"/>
                </a:tc>
                <a:tc>
                  <a:txBody>
                    <a:bodyPr/>
                    <a:p>
                      <a:pPr marL="0" lvl="0" indent="0" algn="ctr">
                        <a:lnSpc>
                          <a:spcPct val="100000"/>
                        </a:lnSpc>
                        <a:spcBef>
                          <a:spcPct val="0"/>
                        </a:spcBef>
                        <a:buFont typeface="Arial" panose="020B0604020202020204" pitchFamily="34" charset="0"/>
                        <a:buNone/>
                      </a:pPr>
                      <a:r>
                        <a:rPr lang="en-US" altLang="zh-CN" sz="1400" b="0" dirty="0">
                          <a:solidFill>
                            <a:srgbClr val="000000"/>
                          </a:solidFill>
                          <a:latin typeface="微软雅黑" panose="020B0503020204020204" charset="-122"/>
                          <a:ea typeface="微软雅黑" panose="020B0503020204020204" charset="-122"/>
                          <a:sym typeface="微软雅黑" panose="020B0503020204020204" charset="-122"/>
                        </a:rPr>
                        <a:t>10</a:t>
                      </a:r>
                      <a:r>
                        <a:rPr lang="zh-CN" altLang="en-US" sz="1400" b="0" dirty="0">
                          <a:solidFill>
                            <a:srgbClr val="000000"/>
                          </a:solidFill>
                          <a:latin typeface="微软雅黑" panose="020B0503020204020204" charset="-122"/>
                          <a:ea typeface="微软雅黑" panose="020B0503020204020204" charset="-122"/>
                          <a:sym typeface="微软雅黑" panose="020B0503020204020204" charset="-122"/>
                        </a:rPr>
                        <a:t>月</a:t>
                      </a:r>
                      <a:endParaRPr lang="zh-CN" altLang="en-US" sz="1400" b="0" dirty="0">
                        <a:solidFill>
                          <a:srgbClr val="000000"/>
                        </a:solidFill>
                        <a:latin typeface="微软雅黑" panose="020B0503020204020204" charset="-122"/>
                        <a:ea typeface="微软雅黑" panose="020B0503020204020204" charset="-122"/>
                        <a:sym typeface="微软雅黑" panose="020B0503020204020204" charset="-122"/>
                      </a:endParaRPr>
                    </a:p>
                  </a:txBody>
                  <a:tcPr marT="47524" marB="47524" anchor="ctr"/>
                </a:tc>
                <a:tc>
                  <a:txBody>
                    <a:bodyPr/>
                    <a:p>
                      <a:pPr algn="just" fontAlgn="base">
                        <a:buClrTx/>
                        <a:buSzTx/>
                        <a:buFont typeface="Arial" panose="020B0604020202020204" pitchFamily="34" charset="0"/>
                      </a:pPr>
                      <a:r>
                        <a:rPr lang="en-US" sz="1600" b="0" dirty="0">
                          <a:solidFill>
                            <a:schemeClr val="tx1"/>
                          </a:solidFill>
                          <a:latin typeface="微软雅黑" panose="020B0503020204020204" charset="-122"/>
                          <a:ea typeface="微软雅黑" panose="020B0503020204020204" charset="-122"/>
                          <a:sym typeface="+mn-ea"/>
                        </a:rPr>
                        <a:t>1</a:t>
                      </a:r>
                      <a:r>
                        <a:rPr sz="1600" b="0" dirty="0">
                          <a:solidFill>
                            <a:schemeClr val="tx1"/>
                          </a:solidFill>
                          <a:latin typeface="微软雅黑" panose="020B0503020204020204" charset="-122"/>
                          <a:ea typeface="微软雅黑" panose="020B0503020204020204" charset="-122"/>
                          <a:sym typeface="+mn-ea"/>
                        </a:rPr>
                        <a:t>. </a:t>
                      </a:r>
                      <a:r>
                        <a:rPr lang="zh-CN" sz="1600" b="0" dirty="0">
                          <a:solidFill>
                            <a:schemeClr val="tx1"/>
                          </a:solidFill>
                          <a:latin typeface="微软雅黑" panose="020B0503020204020204" charset="-122"/>
                          <a:ea typeface="微软雅黑" panose="020B0503020204020204" charset="-122"/>
                          <a:sym typeface="+mn-ea"/>
                        </a:rPr>
                        <a:t>处理禅道</a:t>
                      </a:r>
                      <a:r>
                        <a:rPr lang="en-US" altLang="zh-CN" sz="1600" b="0" dirty="0">
                          <a:solidFill>
                            <a:schemeClr val="tx1"/>
                          </a:solidFill>
                          <a:latin typeface="微软雅黑" panose="020B0503020204020204" charset="-122"/>
                          <a:ea typeface="微软雅黑" panose="020B0503020204020204" charset="-122"/>
                          <a:sym typeface="+mn-ea"/>
                        </a:rPr>
                        <a:t>bug</a:t>
                      </a:r>
                      <a:r>
                        <a:rPr sz="1600" b="0" dirty="0">
                          <a:solidFill>
                            <a:schemeClr val="tx1"/>
                          </a:solidFill>
                          <a:latin typeface="微软雅黑" panose="020B0503020204020204" charset="-122"/>
                          <a:ea typeface="微软雅黑" panose="020B0503020204020204" charset="-122"/>
                          <a:sym typeface="+mn-ea"/>
                        </a:rPr>
                        <a:t>；</a:t>
                      </a:r>
                      <a:endParaRPr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en-US" sz="1600" b="0" dirty="0">
                          <a:solidFill>
                            <a:schemeClr val="tx1"/>
                          </a:solidFill>
                          <a:latin typeface="微软雅黑" panose="020B0503020204020204" charset="-122"/>
                          <a:ea typeface="微软雅黑" panose="020B0503020204020204" charset="-122"/>
                          <a:sym typeface="+mn-ea"/>
                        </a:rPr>
                        <a:t>2. </a:t>
                      </a:r>
                      <a:r>
                        <a:rPr lang="zh-CN" altLang="en-US" sz="1600" b="0" dirty="0">
                          <a:solidFill>
                            <a:schemeClr val="tx1"/>
                          </a:solidFill>
                          <a:latin typeface="微软雅黑" panose="020B0503020204020204" charset="-122"/>
                          <a:ea typeface="微软雅黑" panose="020B0503020204020204" charset="-122"/>
                          <a:sym typeface="+mn-ea"/>
                        </a:rPr>
                        <a:t>完成</a:t>
                      </a:r>
                      <a:r>
                        <a:rPr sz="1600" b="0" dirty="0">
                          <a:solidFill>
                            <a:schemeClr val="tx1"/>
                          </a:solidFill>
                          <a:latin typeface="微软雅黑" panose="020B0503020204020204" charset="-122"/>
                          <a:ea typeface="微软雅黑" panose="020B0503020204020204" charset="-122"/>
                          <a:sym typeface="+mn-ea"/>
                        </a:rPr>
                        <a:t>moe需求功能开发</a:t>
                      </a:r>
                      <a:r>
                        <a:rPr lang="zh-CN" sz="1600" b="0" dirty="0">
                          <a:solidFill>
                            <a:schemeClr val="tx1"/>
                          </a:solidFill>
                          <a:latin typeface="微软雅黑" panose="020B0503020204020204" charset="-122"/>
                          <a:ea typeface="微软雅黑" panose="020B0503020204020204" charset="-122"/>
                          <a:sym typeface="+mn-ea"/>
                        </a:rPr>
                        <a:t>（</a:t>
                      </a:r>
                      <a:r>
                        <a:rPr lang="en-US" altLang="zh-CN" sz="1600" b="0" dirty="0">
                          <a:solidFill>
                            <a:schemeClr val="tx1"/>
                          </a:solidFill>
                          <a:latin typeface="微软雅黑" panose="020B0503020204020204" charset="-122"/>
                          <a:ea typeface="微软雅黑" panose="020B0503020204020204" charset="-122"/>
                          <a:sym typeface="+mn-ea"/>
                        </a:rPr>
                        <a:t>ops、agi、moe算法超时时间设置为1800s；DataOps上传文件新增校验（1. 表头第一列时间字段，名字"timeStamp";</a:t>
                      </a:r>
                      <a:r>
                        <a:rPr lang="zh-CN" sz="1600" b="0" dirty="0">
                          <a:solidFill>
                            <a:schemeClr val="tx1"/>
                          </a:solidFill>
                          <a:latin typeface="微软雅黑" panose="020B0503020204020204" charset="-122"/>
                          <a:ea typeface="微软雅黑" panose="020B0503020204020204" charset="-122"/>
                          <a:sym typeface="+mn-ea"/>
                        </a:rPr>
                        <a:t>2. 内容校验前5行timeStamp，数据时间可以转成"yyyy-MM-dd HH:mm:ss"标准格式）</a:t>
                      </a:r>
                      <a:r>
                        <a:rPr lang="zh-CN" sz="1600" b="0" dirty="0">
                          <a:solidFill>
                            <a:schemeClr val="tx1"/>
                          </a:solidFill>
                          <a:latin typeface="微软雅黑" panose="020B0503020204020204" charset="-122"/>
                          <a:ea typeface="微软雅黑" panose="020B0503020204020204" charset="-122"/>
                          <a:sym typeface="+mn-ea"/>
                        </a:rPr>
                        <a:t>；</a:t>
                      </a:r>
                      <a:endParaRPr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en-US" sz="1600" b="0" dirty="0">
                          <a:solidFill>
                            <a:schemeClr val="tx1"/>
                          </a:solidFill>
                          <a:latin typeface="微软雅黑" panose="020B0503020204020204" charset="-122"/>
                          <a:ea typeface="微软雅黑" panose="020B0503020204020204" charset="-122"/>
                          <a:sym typeface="+mn-ea"/>
                        </a:rPr>
                        <a:t>3.</a:t>
                      </a:r>
                      <a:r>
                        <a:rPr lang="zh-CN" altLang="en-US" sz="1600" b="0" dirty="0">
                          <a:solidFill>
                            <a:schemeClr val="tx1"/>
                          </a:solidFill>
                          <a:latin typeface="微软雅黑" panose="020B0503020204020204" charset="-122"/>
                          <a:ea typeface="微软雅黑" panose="020B0503020204020204" charset="-122"/>
                          <a:sym typeface="+mn-ea"/>
                        </a:rPr>
                        <a:t>配合一体机环境算法管理、任务管理模块联调并完成禅道</a:t>
                      </a:r>
                      <a:r>
                        <a:rPr lang="en-US" altLang="zh-CN" sz="1600" b="0" dirty="0">
                          <a:solidFill>
                            <a:schemeClr val="tx1"/>
                          </a:solidFill>
                          <a:latin typeface="微软雅黑" panose="020B0503020204020204" charset="-122"/>
                          <a:ea typeface="微软雅黑" panose="020B0503020204020204" charset="-122"/>
                          <a:sym typeface="+mn-ea"/>
                        </a:rPr>
                        <a:t>bug</a:t>
                      </a:r>
                      <a:r>
                        <a:rPr lang="zh-CN" altLang="en-US" sz="1600" b="0" dirty="0">
                          <a:solidFill>
                            <a:schemeClr val="tx1"/>
                          </a:solidFill>
                          <a:latin typeface="微软雅黑" panose="020B0503020204020204" charset="-122"/>
                          <a:ea typeface="微软雅黑" panose="020B0503020204020204" charset="-122"/>
                          <a:sym typeface="+mn-ea"/>
                        </a:rPr>
                        <a:t>处理</a:t>
                      </a:r>
                      <a:r>
                        <a:rPr lang="zh-CN" altLang="en-US" sz="1600" b="0" dirty="0">
                          <a:solidFill>
                            <a:schemeClr val="tx1"/>
                          </a:solidFill>
                          <a:latin typeface="微软雅黑" panose="020B0503020204020204" charset="-122"/>
                          <a:ea typeface="微软雅黑" panose="020B0503020204020204" charset="-122"/>
                          <a:sym typeface="+mn-ea"/>
                        </a:rPr>
                        <a:t>；</a:t>
                      </a:r>
                      <a:endParaRPr lang="zh-CN" altLang="en-US"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en-US" altLang="zh-CN" sz="1600" b="0" dirty="0">
                          <a:solidFill>
                            <a:schemeClr val="tx1"/>
                          </a:solidFill>
                          <a:latin typeface="微软雅黑" panose="020B0503020204020204" charset="-122"/>
                          <a:ea typeface="微软雅黑" panose="020B0503020204020204" charset="-122"/>
                          <a:sym typeface="+mn-ea"/>
                        </a:rPr>
                        <a:t>4.</a:t>
                      </a:r>
                      <a:r>
                        <a:rPr lang="zh-CN" altLang="en-US" sz="1600" b="0" dirty="0">
                          <a:solidFill>
                            <a:schemeClr val="tx1"/>
                          </a:solidFill>
                          <a:latin typeface="微软雅黑" panose="020B0503020204020204" charset="-122"/>
                          <a:ea typeface="微软雅黑" panose="020B0503020204020204" charset="-122"/>
                          <a:sym typeface="+mn-ea"/>
                        </a:rPr>
                        <a:t>手动同步兴瑞版本内置算法；</a:t>
                      </a:r>
                      <a:endParaRPr lang="zh-CN" altLang="en-US"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en-US" altLang="zh-CN" sz="1600" b="0" dirty="0">
                          <a:solidFill>
                            <a:schemeClr val="tx1"/>
                          </a:solidFill>
                          <a:latin typeface="微软雅黑" panose="020B0503020204020204" charset="-122"/>
                          <a:ea typeface="微软雅黑" panose="020B0503020204020204" charset="-122"/>
                          <a:sym typeface="+mn-ea"/>
                        </a:rPr>
                        <a:t>5.排查火山云环境任务新增原因，</a:t>
                      </a:r>
                      <a:r>
                        <a:rPr lang="zh-CN" altLang="en-US" sz="1600" b="0" dirty="0">
                          <a:solidFill>
                            <a:schemeClr val="tx1"/>
                          </a:solidFill>
                          <a:latin typeface="微软雅黑" panose="020B0503020204020204" charset="-122"/>
                          <a:ea typeface="微软雅黑" panose="020B0503020204020204" charset="-122"/>
                          <a:sym typeface="+mn-ea"/>
                        </a:rPr>
                        <a:t>配合</a:t>
                      </a:r>
                      <a:r>
                        <a:rPr lang="en-US" altLang="zh-CN" sz="1600" b="0" dirty="0">
                          <a:solidFill>
                            <a:schemeClr val="tx1"/>
                          </a:solidFill>
                          <a:latin typeface="微软雅黑" panose="020B0503020204020204" charset="-122"/>
                          <a:ea typeface="微软雅黑" panose="020B0503020204020204" charset="-122"/>
                          <a:sym typeface="+mn-ea"/>
                        </a:rPr>
                        <a:t>指标服务</a:t>
                      </a:r>
                      <a:r>
                        <a:rPr lang="zh-CN" altLang="en-US" sz="1600" b="0" dirty="0">
                          <a:solidFill>
                            <a:schemeClr val="tx1"/>
                          </a:solidFill>
                          <a:latin typeface="微软雅黑" panose="020B0503020204020204" charset="-122"/>
                          <a:ea typeface="微软雅黑" panose="020B0503020204020204" charset="-122"/>
                          <a:sym typeface="+mn-ea"/>
                        </a:rPr>
                        <a:t>联调取消新增租户默认初始化任务</a:t>
                      </a:r>
                      <a:r>
                        <a:rPr lang="en-US" altLang="zh-CN" sz="1600" b="0" dirty="0">
                          <a:solidFill>
                            <a:schemeClr val="tx1"/>
                          </a:solidFill>
                          <a:latin typeface="微软雅黑" panose="020B0503020204020204" charset="-122"/>
                          <a:ea typeface="微软雅黑" panose="020B0503020204020204" charset="-122"/>
                          <a:sym typeface="+mn-ea"/>
                        </a:rPr>
                        <a:t>；</a:t>
                      </a:r>
                      <a:endParaRPr lang="en-US" altLang="zh-CN"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en-US" sz="1600" b="0" dirty="0">
                          <a:solidFill>
                            <a:schemeClr val="tx1"/>
                          </a:solidFill>
                          <a:latin typeface="微软雅黑" panose="020B0503020204020204" charset="-122"/>
                          <a:ea typeface="微软雅黑" panose="020B0503020204020204" charset="-122"/>
                          <a:sym typeface="+mn-ea"/>
                        </a:rPr>
                        <a:t>6.处理任务管理模块loki日志默认查询最近一小时bug, 改为页面默认显示查询最近一小时，最多查看一天；</a:t>
                      </a:r>
                      <a:endParaRPr lang="en-US"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en-US" sz="1600" b="0" dirty="0">
                          <a:solidFill>
                            <a:schemeClr val="tx1"/>
                          </a:solidFill>
                          <a:latin typeface="微软雅黑" panose="020B0503020204020204" charset="-122"/>
                          <a:ea typeface="微软雅黑" panose="020B0503020204020204" charset="-122"/>
                          <a:sym typeface="+mn-ea"/>
                        </a:rPr>
                        <a:t>7.完成任务管理模块算法调用类型任务增加通道消息通知应用管理需求开发；</a:t>
                      </a:r>
                      <a:endParaRPr lang="en-US"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en-US" sz="1600" b="0" dirty="0">
                          <a:solidFill>
                            <a:schemeClr val="tx1"/>
                          </a:solidFill>
                          <a:latin typeface="微软雅黑" panose="020B0503020204020204" charset="-122"/>
                          <a:ea typeface="微软雅黑" panose="020B0503020204020204" charset="-122"/>
                          <a:sym typeface="+mn-ea"/>
                        </a:rPr>
                        <a:t>8.修复tpt-system测试禅道bug；</a:t>
                      </a:r>
                      <a:endParaRPr lang="en-US"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endParaRPr lang="en-US"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endParaRPr lang="en-US"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endParaRPr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endParaRPr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endParaRPr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endParaRPr lang="zh-CN"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endParaRPr lang="zh-CN" sz="1600" b="0" dirty="0">
                        <a:solidFill>
                          <a:schemeClr val="tx1"/>
                        </a:solidFill>
                        <a:latin typeface="微软雅黑" panose="020B0503020204020204" charset="-122"/>
                        <a:ea typeface="微软雅黑" panose="020B0503020204020204" charset="-122"/>
                        <a:sym typeface="+mn-ea"/>
                      </a:endParaRPr>
                    </a:p>
                    <a:p>
                      <a:pPr algn="just" fontAlgn="base">
                        <a:buClrTx/>
                        <a:buSzTx/>
                        <a:buFont typeface="Arial" panose="020B0604020202020204" pitchFamily="34" charset="0"/>
                      </a:pPr>
                      <a:r>
                        <a:rPr lang="zh-CN" sz="1600" b="0" dirty="0">
                          <a:solidFill>
                            <a:schemeClr val="tx1"/>
                          </a:solidFill>
                          <a:latin typeface="微软雅黑" panose="020B0503020204020204" charset="-122"/>
                          <a:ea typeface="微软雅黑" panose="020B0503020204020204" charset="-122"/>
                          <a:sym typeface="+mn-ea"/>
                        </a:rPr>
                        <a:t>   </a:t>
                      </a:r>
                      <a:endParaRPr lang="en-US" altLang="zh-CN" sz="1600" b="0" dirty="0">
                        <a:solidFill>
                          <a:schemeClr val="tx1"/>
                        </a:solidFill>
                        <a:latin typeface="微软雅黑" panose="020B0503020204020204" charset="-122"/>
                        <a:ea typeface="微软雅黑" panose="020B0503020204020204" charset="-122"/>
                        <a:sym typeface="+mn-ea"/>
                      </a:endParaRPr>
                    </a:p>
                  </a:txBody>
                  <a:tcPr marT="47524" marB="47524" anchor="ct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完成</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txBody>
                  <a:tcPr anchor="ctr"/>
                </a:tc>
              </a:tr>
            </a:tbl>
          </a:graphicData>
        </a:graphic>
      </p:graphicFrame>
    </p:spTree>
  </p:cSld>
  <p:clrMapOvr>
    <a:masterClrMapping/>
  </p:clrMapOvr>
  <p:transition spd="med">
    <p:push dir="u"/>
  </p:transition>
</p:sld>
</file>

<file path=ppt/tags/tag1.xml><?xml version="1.0" encoding="utf-8"?>
<p:tagLst xmlns:p="http://schemas.openxmlformats.org/presentationml/2006/main">
  <p:tag name="KSO_WM_UNIT_TABLE_BEAUTIFY" val="smartTable{50c17e3e-8384-448c-bf26-36f284aeda7e}"/>
</p:tagLst>
</file>

<file path=ppt/tags/tag2.xml><?xml version="1.0" encoding="utf-8"?>
<p:tagLst xmlns:p="http://schemas.openxmlformats.org/presentationml/2006/main">
  <p:tag name="TABLE_ENDDRAG_ORIGIN_RECT" val="959*309"/>
  <p:tag name="TABLE_ENDDRAG_RECT" val="0*108*959*30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Words>
  <Application>WPS 演示</Application>
  <PresentationFormat>宽屏</PresentationFormat>
  <Paragraphs>46</Paragraphs>
  <Slides>1</Slides>
  <Notes>12</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1</vt:i4>
      </vt:variant>
    </vt:vector>
  </HeadingPairs>
  <TitlesOfParts>
    <vt:vector size="16" baseType="lpstr">
      <vt:lpstr>Arial</vt:lpstr>
      <vt:lpstr>宋体</vt:lpstr>
      <vt:lpstr>Wingdings</vt:lpstr>
      <vt:lpstr>微软雅黑</vt:lpstr>
      <vt:lpstr>Calibri Light</vt:lpstr>
      <vt:lpstr>Arial</vt:lpstr>
      <vt:lpstr>Calibri</vt:lpstr>
      <vt:lpstr>黑体</vt:lpstr>
      <vt:lpstr>楷体_GB2312</vt:lpstr>
      <vt:lpstr>新宋体</vt:lpstr>
      <vt:lpstr>Tahoma</vt:lpstr>
      <vt:lpstr>Arial Unicode MS</vt:lpstr>
      <vt:lpstr>Office 主题</vt:lpstr>
      <vt:lpstr>1_Office 主题</vt:lpstr>
      <vt:lpstr>2_Office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陈家琪</dc:creator>
  <cp:lastModifiedBy>zhuheng</cp:lastModifiedBy>
  <cp:revision>2155</cp:revision>
  <cp:lastPrinted>2023-05-31T09:31:00Z</cp:lastPrinted>
  <dcterms:created xsi:type="dcterms:W3CDTF">2023-05-31T09:31:00Z</dcterms:created>
  <dcterms:modified xsi:type="dcterms:W3CDTF">2025-11-03T01:06:30Z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2052-12.8.2.19823</vt:lpwstr>
  </property>
  <property fmtid="{D5CDD505-2E9C-101B-9397-08002B2CF9AE}" pid="3" name="ICV">
    <vt:lpwstr>1D7325D0FDA0485DAD8BB71AB774F63F_13</vt:lpwstr>
  </property>
</Properties>
</file>